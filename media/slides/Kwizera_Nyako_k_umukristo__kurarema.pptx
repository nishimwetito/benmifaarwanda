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90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6" y="145143"/>
            <a:ext cx="7941733" cy="2104571"/>
          </a:xfrm>
        </p:spPr>
        <p:txBody>
          <a:bodyPr/>
          <a:lstStyle/>
          <a:p>
            <a:r>
              <a:rPr lang="en-GB" dirty="0" err="1" smtClean="0"/>
              <a:t>Kwizera</a:t>
            </a:r>
            <a:r>
              <a:rPr lang="en-GB" dirty="0" smtClean="0"/>
              <a:t> </a:t>
            </a:r>
            <a:r>
              <a:rPr lang="en-GB" dirty="0" err="1" smtClean="0"/>
              <a:t>Nyako</a:t>
            </a:r>
            <a:r>
              <a:rPr lang="en-GB" dirty="0" smtClean="0"/>
              <a:t> k’ </a:t>
            </a:r>
            <a:r>
              <a:rPr lang="en-GB" dirty="0" err="1" smtClean="0"/>
              <a:t>umukristo</a:t>
            </a:r>
            <a:r>
              <a:rPr lang="en-GB" dirty="0" smtClean="0"/>
              <a:t>  </a:t>
            </a:r>
            <a:r>
              <a:rPr lang="en-GB" dirty="0" err="1" smtClean="0"/>
              <a:t>kurarema</a:t>
            </a:r>
            <a:r>
              <a:rPr lang="en-GB" dirty="0" smtClean="0"/>
              <a:t> 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2438400"/>
            <a:ext cx="7766936" cy="4630057"/>
          </a:xfrm>
        </p:spPr>
        <p:txBody>
          <a:bodyPr/>
          <a:lstStyle/>
          <a:p>
            <a:r>
              <a:rPr lang="en-GB" dirty="0" smtClean="0"/>
              <a:t>Yohana 1:12</a:t>
            </a:r>
          </a:p>
          <a:p>
            <a:r>
              <a:rPr lang="en-GB" dirty="0" err="1" smtClean="0"/>
              <a:t>Icyakora</a:t>
            </a:r>
            <a:r>
              <a:rPr lang="en-GB" dirty="0" smtClean="0"/>
              <a:t> </a:t>
            </a:r>
            <a:r>
              <a:rPr lang="en-GB" dirty="0" err="1" smtClean="0"/>
              <a:t>abamwemeye</a:t>
            </a:r>
            <a:r>
              <a:rPr lang="en-GB" dirty="0" smtClean="0"/>
              <a:t> </a:t>
            </a:r>
            <a:r>
              <a:rPr lang="en-GB" dirty="0" err="1" smtClean="0"/>
              <a:t>bose</a:t>
            </a:r>
            <a:r>
              <a:rPr lang="en-GB" dirty="0" smtClean="0"/>
              <a:t> </a:t>
            </a:r>
            <a:r>
              <a:rPr lang="en-GB" dirty="0" err="1" smtClean="0"/>
              <a:t>bakizera</a:t>
            </a:r>
            <a:r>
              <a:rPr lang="en-GB" dirty="0" smtClean="0"/>
              <a:t> </a:t>
            </a:r>
            <a:r>
              <a:rPr lang="en-GB" dirty="0" err="1" smtClean="0"/>
              <a:t>izina</a:t>
            </a:r>
            <a:r>
              <a:rPr lang="en-GB" dirty="0" smtClean="0"/>
              <a:t> rye </a:t>
            </a:r>
            <a:r>
              <a:rPr lang="en-GB" dirty="0" err="1" smtClean="0"/>
              <a:t>yabahaye</a:t>
            </a:r>
            <a:r>
              <a:rPr lang="en-GB" dirty="0" smtClean="0"/>
              <a:t> </a:t>
            </a:r>
            <a:r>
              <a:rPr lang="en-GB" dirty="0" err="1" smtClean="0"/>
              <a:t>ubushobozi</a:t>
            </a:r>
            <a:r>
              <a:rPr lang="en-GB" dirty="0" smtClean="0"/>
              <a:t> </a:t>
            </a:r>
            <a:r>
              <a:rPr lang="en-GB" dirty="0" err="1" smtClean="0"/>
              <a:t>bwo</a:t>
            </a:r>
            <a:r>
              <a:rPr lang="en-GB" dirty="0" smtClean="0"/>
              <a:t> </a:t>
            </a:r>
            <a:r>
              <a:rPr lang="en-GB" dirty="0" err="1" smtClean="0"/>
              <a:t>kuba</a:t>
            </a:r>
            <a:r>
              <a:rPr lang="en-GB" dirty="0" smtClean="0"/>
              <a:t> </a:t>
            </a:r>
            <a:r>
              <a:rPr lang="en-GB" dirty="0" err="1" smtClean="0"/>
              <a:t>abana</a:t>
            </a:r>
            <a:r>
              <a:rPr lang="en-GB" dirty="0" smtClean="0"/>
              <a:t> </a:t>
            </a:r>
            <a:r>
              <a:rPr lang="en-GB" dirty="0" err="1" smtClean="0"/>
              <a:t>b’Imana</a:t>
            </a:r>
            <a:endParaRPr lang="en-GB" dirty="0" smtClean="0"/>
          </a:p>
          <a:p>
            <a:r>
              <a:rPr lang="en-GB" dirty="0" err="1" smtClean="0"/>
              <a:t>Matayo</a:t>
            </a:r>
            <a:r>
              <a:rPr lang="en-GB" dirty="0" smtClean="0"/>
              <a:t> 17:20</a:t>
            </a:r>
          </a:p>
          <a:p>
            <a:r>
              <a:rPr lang="en-GB" dirty="0" err="1" smtClean="0"/>
              <a:t>Arabasubiza</a:t>
            </a:r>
            <a:r>
              <a:rPr lang="en-GB" dirty="0" smtClean="0"/>
              <a:t> </a:t>
            </a:r>
            <a:r>
              <a:rPr lang="en-GB" dirty="0" err="1" smtClean="0"/>
              <a:t>ati</a:t>
            </a:r>
            <a:r>
              <a:rPr lang="en-GB" dirty="0" smtClean="0"/>
              <a:t> </a:t>
            </a:r>
            <a:r>
              <a:rPr lang="en-GB" dirty="0" err="1" smtClean="0"/>
              <a:t>ni</a:t>
            </a:r>
            <a:r>
              <a:rPr lang="en-GB" dirty="0" smtClean="0"/>
              <a:t> </a:t>
            </a:r>
            <a:r>
              <a:rPr lang="en-GB" dirty="0" err="1" smtClean="0"/>
              <a:t>ukwizera</a:t>
            </a:r>
            <a:r>
              <a:rPr lang="en-GB" dirty="0" smtClean="0"/>
              <a:t> </a:t>
            </a:r>
            <a:r>
              <a:rPr lang="en-GB" dirty="0" err="1" smtClean="0"/>
              <a:t>kwanyu</a:t>
            </a:r>
            <a:r>
              <a:rPr lang="en-GB" dirty="0" smtClean="0"/>
              <a:t> </a:t>
            </a:r>
            <a:r>
              <a:rPr lang="en-GB" dirty="0" err="1" smtClean="0"/>
              <a:t>gucye</a:t>
            </a:r>
            <a:r>
              <a:rPr lang="en-GB" dirty="0" smtClean="0"/>
              <a:t> : </a:t>
            </a:r>
            <a:r>
              <a:rPr lang="en-GB" dirty="0" err="1" smtClean="0"/>
              <a:t>ndababwira</a:t>
            </a:r>
            <a:r>
              <a:rPr lang="en-GB" dirty="0" smtClean="0"/>
              <a:t> </a:t>
            </a:r>
            <a:r>
              <a:rPr lang="en-GB" dirty="0" err="1" smtClean="0"/>
              <a:t>ukuri</a:t>
            </a:r>
            <a:r>
              <a:rPr lang="en-GB" dirty="0" smtClean="0"/>
              <a:t> </a:t>
            </a:r>
            <a:r>
              <a:rPr lang="en-GB" dirty="0" err="1" smtClean="0"/>
              <a:t>ko</a:t>
            </a:r>
            <a:r>
              <a:rPr lang="en-GB" dirty="0" smtClean="0"/>
              <a:t> </a:t>
            </a:r>
            <a:r>
              <a:rPr lang="en-GB" dirty="0" err="1" smtClean="0"/>
              <a:t>mwaba</a:t>
            </a:r>
            <a:r>
              <a:rPr lang="en-GB" dirty="0" smtClean="0"/>
              <a:t> </a:t>
            </a:r>
            <a:r>
              <a:rPr lang="en-GB" dirty="0" err="1" smtClean="0"/>
              <a:t>mufite</a:t>
            </a:r>
            <a:r>
              <a:rPr lang="en-GB" dirty="0" smtClean="0"/>
              <a:t> </a:t>
            </a:r>
            <a:r>
              <a:rPr lang="en-GB" dirty="0" err="1" smtClean="0"/>
              <a:t>kwizera</a:t>
            </a:r>
            <a:r>
              <a:rPr lang="en-GB" dirty="0" smtClean="0"/>
              <a:t> </a:t>
            </a:r>
            <a:r>
              <a:rPr lang="en-GB" dirty="0" err="1" smtClean="0"/>
              <a:t>kungana</a:t>
            </a:r>
            <a:r>
              <a:rPr lang="en-GB" dirty="0" smtClean="0"/>
              <a:t> </a:t>
            </a:r>
            <a:r>
              <a:rPr lang="en-GB" dirty="0" err="1" smtClean="0"/>
              <a:t>n’akabuto</a:t>
            </a:r>
            <a:r>
              <a:rPr lang="en-GB" dirty="0" smtClean="0"/>
              <a:t> </a:t>
            </a:r>
            <a:r>
              <a:rPr lang="en-GB" dirty="0" err="1" smtClean="0"/>
              <a:t>ka</a:t>
            </a:r>
            <a:r>
              <a:rPr lang="en-GB" dirty="0" smtClean="0"/>
              <a:t> </a:t>
            </a:r>
            <a:r>
              <a:rPr lang="en-GB" dirty="0" err="1" smtClean="0"/>
              <a:t>sinapi</a:t>
            </a:r>
            <a:r>
              <a:rPr lang="en-GB" dirty="0" smtClean="0"/>
              <a:t> </a:t>
            </a:r>
            <a:r>
              <a:rPr lang="en-GB" dirty="0" err="1" smtClean="0"/>
              <a:t>mwabwira</a:t>
            </a:r>
            <a:r>
              <a:rPr lang="en-GB" dirty="0" smtClean="0"/>
              <a:t> </a:t>
            </a:r>
            <a:r>
              <a:rPr lang="en-GB" dirty="0" err="1" smtClean="0"/>
              <a:t>uyu</a:t>
            </a:r>
            <a:r>
              <a:rPr lang="en-GB" dirty="0" smtClean="0"/>
              <a:t> </a:t>
            </a:r>
            <a:r>
              <a:rPr lang="en-GB" dirty="0" err="1" smtClean="0"/>
              <a:t>musozi</a:t>
            </a:r>
            <a:r>
              <a:rPr lang="en-GB" dirty="0" smtClean="0"/>
              <a:t> </a:t>
            </a:r>
            <a:r>
              <a:rPr lang="en-GB" dirty="0" err="1" smtClean="0"/>
              <a:t>muti</a:t>
            </a:r>
            <a:r>
              <a:rPr lang="en-GB" dirty="0" smtClean="0"/>
              <a:t> </a:t>
            </a:r>
            <a:r>
              <a:rPr lang="en-GB" dirty="0" err="1" smtClean="0"/>
              <a:t>va</a:t>
            </a:r>
            <a:r>
              <a:rPr lang="en-GB" dirty="0" smtClean="0"/>
              <a:t> </a:t>
            </a:r>
            <a:r>
              <a:rPr lang="en-GB" dirty="0" err="1" smtClean="0"/>
              <a:t>hano</a:t>
            </a:r>
            <a:r>
              <a:rPr lang="en-GB" dirty="0" smtClean="0"/>
              <a:t> </a:t>
            </a:r>
            <a:r>
              <a:rPr lang="en-GB" dirty="0" err="1" smtClean="0"/>
              <a:t>ujye</a:t>
            </a:r>
            <a:r>
              <a:rPr lang="en-GB" dirty="0" smtClean="0"/>
              <a:t> </a:t>
            </a:r>
            <a:r>
              <a:rPr lang="en-GB" dirty="0" err="1" smtClean="0"/>
              <a:t>hiriya</a:t>
            </a:r>
            <a:r>
              <a:rPr lang="en-GB" dirty="0" smtClean="0"/>
              <a:t> </a:t>
            </a:r>
            <a:r>
              <a:rPr lang="en-GB" dirty="0" err="1" smtClean="0"/>
              <a:t>wahava</a:t>
            </a:r>
            <a:r>
              <a:rPr lang="en-GB" dirty="0" smtClean="0"/>
              <a:t> </a:t>
            </a:r>
            <a:r>
              <a:rPr lang="en-GB" dirty="0" err="1" smtClean="0"/>
              <a:t>kandi</a:t>
            </a:r>
            <a:r>
              <a:rPr lang="en-GB" dirty="0" smtClean="0"/>
              <a:t> </a:t>
            </a:r>
            <a:r>
              <a:rPr lang="en-GB" dirty="0" err="1" smtClean="0"/>
              <a:t>ntakibazabananira</a:t>
            </a:r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r>
              <a:rPr lang="en-GB" dirty="0" smtClean="0"/>
              <a:t>Rev: SIMBI Eliane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92004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Ese </a:t>
            </a:r>
            <a:r>
              <a:rPr lang="en-GB" dirty="0" err="1" smtClean="0"/>
              <a:t>kwizera</a:t>
            </a:r>
            <a:r>
              <a:rPr lang="en-GB" dirty="0" smtClean="0"/>
              <a:t> </a:t>
            </a:r>
            <a:r>
              <a:rPr lang="en-GB" dirty="0" err="1" smtClean="0"/>
              <a:t>ni</a:t>
            </a:r>
            <a:r>
              <a:rPr lang="en-GB" dirty="0" smtClean="0"/>
              <a:t> </a:t>
            </a:r>
            <a:r>
              <a:rPr lang="en-GB" dirty="0" err="1" smtClean="0"/>
              <a:t>iki</a:t>
            </a:r>
            <a:r>
              <a:rPr lang="en-GB" dirty="0" smtClean="0"/>
              <a:t>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89315"/>
            <a:ext cx="9598780" cy="5268685"/>
          </a:xfrm>
        </p:spPr>
        <p:txBody>
          <a:bodyPr/>
          <a:lstStyle/>
          <a:p>
            <a:r>
              <a:rPr lang="en-GB" dirty="0" err="1" smtClean="0"/>
              <a:t>Abaheburayo</a:t>
            </a:r>
            <a:r>
              <a:rPr lang="en-GB" dirty="0" smtClean="0"/>
              <a:t> 11:1 </a:t>
            </a:r>
          </a:p>
          <a:p>
            <a:r>
              <a:rPr lang="en-GB" dirty="0" err="1" smtClean="0"/>
              <a:t>Kwizera</a:t>
            </a:r>
            <a:r>
              <a:rPr lang="en-GB" dirty="0" smtClean="0"/>
              <a:t> </a:t>
            </a:r>
            <a:r>
              <a:rPr lang="en-GB" dirty="0" err="1" smtClean="0"/>
              <a:t>ni</a:t>
            </a:r>
            <a:r>
              <a:rPr lang="en-GB" dirty="0" smtClean="0"/>
              <a:t> </a:t>
            </a:r>
            <a:r>
              <a:rPr lang="en-GB" dirty="0" err="1" smtClean="0"/>
              <a:t>ukumenya</a:t>
            </a:r>
            <a:r>
              <a:rPr lang="en-GB" dirty="0" smtClean="0"/>
              <a:t> </a:t>
            </a:r>
            <a:r>
              <a:rPr lang="en-GB" dirty="0" err="1" smtClean="0"/>
              <a:t>rwose</a:t>
            </a:r>
            <a:r>
              <a:rPr lang="en-GB" dirty="0" smtClean="0"/>
              <a:t> </a:t>
            </a:r>
            <a:r>
              <a:rPr lang="en-GB" dirty="0" err="1" smtClean="0"/>
              <a:t>ibyiringirwa</a:t>
            </a:r>
            <a:r>
              <a:rPr lang="en-GB" dirty="0" smtClean="0"/>
              <a:t> </a:t>
            </a:r>
            <a:r>
              <a:rPr lang="en-GB" dirty="0" err="1" smtClean="0"/>
              <a:t>udashidikanya</a:t>
            </a:r>
            <a:r>
              <a:rPr lang="en-GB" dirty="0" smtClean="0"/>
              <a:t> </a:t>
            </a:r>
            <a:r>
              <a:rPr lang="en-GB" dirty="0" err="1" smtClean="0"/>
              <a:t>ko</a:t>
            </a:r>
            <a:r>
              <a:rPr lang="en-GB" dirty="0" smtClean="0"/>
              <a:t> </a:t>
            </a:r>
            <a:r>
              <a:rPr lang="en-GB" dirty="0" err="1" smtClean="0"/>
              <a:t>bitazaba</a:t>
            </a:r>
            <a:r>
              <a:rPr lang="en-GB" dirty="0" smtClean="0"/>
              <a:t> </a:t>
            </a:r>
            <a:r>
              <a:rPr lang="en-GB" dirty="0" err="1" smtClean="0"/>
              <a:t>kandi</a:t>
            </a:r>
            <a:r>
              <a:rPr lang="en-GB" dirty="0" smtClean="0"/>
              <a:t> </a:t>
            </a:r>
            <a:r>
              <a:rPr lang="en-GB" dirty="0" err="1" smtClean="0"/>
              <a:t>niko</a:t>
            </a:r>
            <a:r>
              <a:rPr lang="en-GB" dirty="0" smtClean="0"/>
              <a:t> </a:t>
            </a:r>
            <a:r>
              <a:rPr lang="en-GB" dirty="0" err="1" smtClean="0"/>
              <a:t>kuduhamiriza</a:t>
            </a:r>
            <a:r>
              <a:rPr lang="en-GB" dirty="0" smtClean="0"/>
              <a:t> </a:t>
            </a:r>
            <a:r>
              <a:rPr lang="en-GB" dirty="0" err="1" smtClean="0"/>
              <a:t>ibyo</a:t>
            </a:r>
            <a:r>
              <a:rPr lang="en-GB" dirty="0" smtClean="0"/>
              <a:t> </a:t>
            </a:r>
            <a:r>
              <a:rPr lang="en-GB" dirty="0" err="1" smtClean="0"/>
              <a:t>tutareba</a:t>
            </a:r>
            <a:r>
              <a:rPr lang="en-GB" dirty="0" smtClean="0"/>
              <a:t> </a:t>
            </a:r>
            <a:r>
              <a:rPr lang="en-GB" dirty="0" err="1" smtClean="0"/>
              <a:t>ko</a:t>
            </a:r>
            <a:r>
              <a:rPr lang="en-GB" dirty="0" smtClean="0"/>
              <a:t> </a:t>
            </a:r>
            <a:r>
              <a:rPr lang="en-GB" dirty="0" err="1" smtClean="0"/>
              <a:t>ari</a:t>
            </a:r>
            <a:r>
              <a:rPr lang="en-GB" dirty="0" smtClean="0"/>
              <a:t> </a:t>
            </a:r>
            <a:r>
              <a:rPr lang="en-GB" dirty="0" err="1" smtClean="0"/>
              <a:t>iby’ukuri</a:t>
            </a:r>
            <a:endParaRPr lang="en-GB" dirty="0" smtClean="0"/>
          </a:p>
          <a:p>
            <a:r>
              <a:rPr lang="en-GB" dirty="0" err="1" smtClean="0"/>
              <a:t>Bishatse</a:t>
            </a:r>
            <a:r>
              <a:rPr lang="en-GB" dirty="0" smtClean="0"/>
              <a:t> </a:t>
            </a:r>
            <a:r>
              <a:rPr lang="en-GB" dirty="0" err="1" smtClean="0"/>
              <a:t>kutwereka</a:t>
            </a:r>
            <a:r>
              <a:rPr lang="en-GB" dirty="0" smtClean="0"/>
              <a:t> </a:t>
            </a:r>
            <a:r>
              <a:rPr lang="en-GB" dirty="0" err="1" smtClean="0"/>
              <a:t>ko</a:t>
            </a:r>
            <a:r>
              <a:rPr lang="en-GB" dirty="0" smtClean="0"/>
              <a:t> </a:t>
            </a:r>
            <a:r>
              <a:rPr lang="en-GB" dirty="0" err="1" smtClean="0"/>
              <a:t>Kwizera</a:t>
            </a:r>
            <a:r>
              <a:rPr lang="en-GB" dirty="0" smtClean="0"/>
              <a:t> </a:t>
            </a:r>
            <a:r>
              <a:rPr lang="en-GB" dirty="0" err="1" smtClean="0"/>
              <a:t>kutagira</a:t>
            </a:r>
            <a:r>
              <a:rPr lang="en-GB" dirty="0" smtClean="0"/>
              <a:t> </a:t>
            </a:r>
            <a:r>
              <a:rPr lang="en-GB" dirty="0" err="1" smtClean="0"/>
              <a:t>ikindi</a:t>
            </a:r>
            <a:r>
              <a:rPr lang="en-GB" dirty="0" smtClean="0"/>
              <a:t> </a:t>
            </a:r>
            <a:r>
              <a:rPr lang="en-GB" dirty="0" err="1" smtClean="0"/>
              <a:t>gushingiraho</a:t>
            </a:r>
            <a:r>
              <a:rPr lang="en-GB" dirty="0" smtClean="0"/>
              <a:t> </a:t>
            </a:r>
            <a:r>
              <a:rPr lang="en-GB" dirty="0" err="1" smtClean="0"/>
              <a:t>uretse</a:t>
            </a:r>
            <a:r>
              <a:rPr lang="en-GB" dirty="0" smtClean="0"/>
              <a:t> </a:t>
            </a:r>
            <a:r>
              <a:rPr lang="en-GB" dirty="0" err="1" smtClean="0"/>
              <a:t>kwemera</a:t>
            </a:r>
            <a:r>
              <a:rPr lang="en-GB" dirty="0" smtClean="0"/>
              <a:t> </a:t>
            </a:r>
            <a:r>
              <a:rPr lang="en-GB" dirty="0" err="1" smtClean="0"/>
              <a:t>Imana</a:t>
            </a:r>
            <a:r>
              <a:rPr lang="en-GB" dirty="0" smtClean="0"/>
              <a:t> </a:t>
            </a:r>
            <a:r>
              <a:rPr lang="en-GB" dirty="0" err="1" smtClean="0"/>
              <a:t>gusa</a:t>
            </a:r>
            <a:endParaRPr lang="en-GB" dirty="0"/>
          </a:p>
          <a:p>
            <a:r>
              <a:rPr lang="en-GB" dirty="0" smtClean="0"/>
              <a:t>Aha </a:t>
            </a:r>
            <a:r>
              <a:rPr lang="en-GB" dirty="0" err="1" smtClean="0"/>
              <a:t>twabitandukanya</a:t>
            </a:r>
            <a:r>
              <a:rPr lang="en-GB" dirty="0" smtClean="0"/>
              <a:t> </a:t>
            </a:r>
            <a:r>
              <a:rPr lang="en-GB" dirty="0" err="1" smtClean="0"/>
              <a:t>n’ibyiringiro</a:t>
            </a:r>
            <a:r>
              <a:rPr lang="en-GB" dirty="0" smtClean="0"/>
              <a:t> </a:t>
            </a:r>
            <a:r>
              <a:rPr lang="en-GB" dirty="0" err="1" smtClean="0"/>
              <a:t>nubwo</a:t>
            </a:r>
            <a:r>
              <a:rPr lang="en-GB" dirty="0" smtClean="0"/>
              <a:t> </a:t>
            </a:r>
            <a:r>
              <a:rPr lang="en-GB" dirty="0" err="1" smtClean="0"/>
              <a:t>byenda</a:t>
            </a:r>
            <a:r>
              <a:rPr lang="en-GB" dirty="0" smtClean="0"/>
              <a:t> </a:t>
            </a:r>
            <a:r>
              <a:rPr lang="en-GB" dirty="0" err="1" smtClean="0"/>
              <a:t>gusa</a:t>
            </a:r>
            <a:r>
              <a:rPr lang="en-GB" dirty="0" smtClean="0"/>
              <a:t> </a:t>
            </a:r>
          </a:p>
          <a:p>
            <a:r>
              <a:rPr lang="en-GB" dirty="0" err="1" smtClean="0"/>
              <a:t>Ibyiringiro</a:t>
            </a:r>
            <a:r>
              <a:rPr lang="en-GB" dirty="0" smtClean="0"/>
              <a:t> </a:t>
            </a:r>
            <a:r>
              <a:rPr lang="en-GB" dirty="0" err="1" smtClean="0"/>
              <a:t>ni</a:t>
            </a:r>
            <a:r>
              <a:rPr lang="en-GB" dirty="0" smtClean="0"/>
              <a:t> </a:t>
            </a:r>
            <a:r>
              <a:rPr lang="en-GB" dirty="0" err="1" smtClean="0"/>
              <a:t>gutegerza</a:t>
            </a:r>
            <a:r>
              <a:rPr lang="en-GB" dirty="0" smtClean="0"/>
              <a:t> </a:t>
            </a:r>
            <a:r>
              <a:rPr lang="en-GB" dirty="0" err="1" smtClean="0"/>
              <a:t>ikintu</a:t>
            </a:r>
            <a:r>
              <a:rPr lang="en-GB" dirty="0" smtClean="0"/>
              <a:t> </a:t>
            </a:r>
            <a:r>
              <a:rPr lang="en-GB" dirty="0" err="1" smtClean="0"/>
              <a:t>cyiza</a:t>
            </a:r>
            <a:r>
              <a:rPr lang="en-GB" dirty="0" smtClean="0"/>
              <a:t> </a:t>
            </a:r>
            <a:r>
              <a:rPr lang="en-GB" dirty="0" err="1" smtClean="0"/>
              <a:t>kizabaho</a:t>
            </a:r>
            <a:r>
              <a:rPr lang="en-GB" dirty="0" smtClean="0"/>
              <a:t> </a:t>
            </a:r>
            <a:r>
              <a:rPr lang="en-GB" dirty="0" err="1" smtClean="0"/>
              <a:t>mugihe</a:t>
            </a:r>
            <a:r>
              <a:rPr lang="en-GB" dirty="0" smtClean="0"/>
              <a:t> </a:t>
            </a:r>
            <a:r>
              <a:rPr lang="en-GB" dirty="0" err="1" smtClean="0"/>
              <a:t>runaka</a:t>
            </a:r>
            <a:r>
              <a:rPr lang="en-GB" dirty="0" smtClean="0"/>
              <a:t> </a:t>
            </a:r>
            <a:r>
              <a:rPr lang="en-GB" dirty="0" err="1" smtClean="0"/>
              <a:t>kubwo</a:t>
            </a:r>
            <a:r>
              <a:rPr lang="en-GB" dirty="0" smtClean="0"/>
              <a:t> </a:t>
            </a:r>
            <a:r>
              <a:rPr lang="en-GB" dirty="0" err="1" smtClean="0"/>
              <a:t>kwizera</a:t>
            </a:r>
            <a:r>
              <a:rPr lang="en-GB" dirty="0" smtClean="0"/>
              <a:t>.</a:t>
            </a:r>
          </a:p>
          <a:p>
            <a:r>
              <a:rPr lang="en-GB" dirty="0" err="1" smtClean="0"/>
              <a:t>Muyandi</a:t>
            </a:r>
            <a:r>
              <a:rPr lang="en-GB" dirty="0" smtClean="0"/>
              <a:t> </a:t>
            </a:r>
            <a:r>
              <a:rPr lang="en-GB" dirty="0" err="1" smtClean="0"/>
              <a:t>magambo</a:t>
            </a:r>
            <a:r>
              <a:rPr lang="en-GB" dirty="0" smtClean="0"/>
              <a:t> </a:t>
            </a:r>
            <a:r>
              <a:rPr lang="en-GB" dirty="0" err="1" smtClean="0"/>
              <a:t>ibyiringiro</a:t>
            </a:r>
            <a:r>
              <a:rPr lang="en-GB" dirty="0" smtClean="0"/>
              <a:t> </a:t>
            </a:r>
            <a:r>
              <a:rPr lang="en-GB" dirty="0" err="1" smtClean="0"/>
              <a:t>bigira</a:t>
            </a:r>
            <a:r>
              <a:rPr lang="en-GB" dirty="0" smtClean="0"/>
              <a:t> </a:t>
            </a:r>
            <a:r>
              <a:rPr lang="en-GB" dirty="0" err="1" smtClean="0"/>
              <a:t>icyo</a:t>
            </a:r>
            <a:r>
              <a:rPr lang="en-GB" dirty="0" smtClean="0"/>
              <a:t> </a:t>
            </a:r>
            <a:r>
              <a:rPr lang="en-GB" dirty="0" err="1" smtClean="0"/>
              <a:t>bishingiraho</a:t>
            </a:r>
            <a:r>
              <a:rPr lang="en-GB" dirty="0" smtClean="0"/>
              <a:t> </a:t>
            </a:r>
            <a:r>
              <a:rPr lang="en-GB" dirty="0" err="1" smtClean="0"/>
              <a:t>bitewe</a:t>
            </a:r>
            <a:r>
              <a:rPr lang="en-GB" dirty="0" smtClean="0"/>
              <a:t> </a:t>
            </a:r>
            <a:r>
              <a:rPr lang="en-GB" dirty="0" err="1" smtClean="0"/>
              <a:t>ni</a:t>
            </a:r>
            <a:r>
              <a:rPr lang="en-GB" dirty="0" smtClean="0"/>
              <a:t> </a:t>
            </a:r>
            <a:r>
              <a:rPr lang="en-GB" dirty="0" err="1" smtClean="0"/>
              <a:t>ibyabanje</a:t>
            </a:r>
            <a:r>
              <a:rPr lang="en-GB" dirty="0" smtClean="0"/>
              <a:t> </a:t>
            </a:r>
            <a:r>
              <a:rPr lang="en-GB" dirty="0" err="1" smtClean="0"/>
              <a:t>kubaho</a:t>
            </a:r>
            <a:r>
              <a:rPr lang="en-GB" dirty="0" smtClean="0"/>
              <a:t> </a:t>
            </a:r>
            <a:r>
              <a:rPr lang="en-GB" dirty="0" err="1" smtClean="0"/>
              <a:t>ikindi</a:t>
            </a:r>
            <a:r>
              <a:rPr lang="en-GB" dirty="0" smtClean="0"/>
              <a:t> </a:t>
            </a:r>
            <a:r>
              <a:rPr lang="en-GB" dirty="0" err="1" smtClean="0"/>
              <a:t>nuko</a:t>
            </a:r>
            <a:r>
              <a:rPr lang="en-GB" dirty="0" smtClean="0"/>
              <a:t> </a:t>
            </a:r>
            <a:r>
              <a:rPr lang="en-GB" dirty="0" err="1" smtClean="0"/>
              <a:t>ibyiringiro</a:t>
            </a:r>
            <a:r>
              <a:rPr lang="en-GB" dirty="0" smtClean="0"/>
              <a:t> </a:t>
            </a:r>
            <a:r>
              <a:rPr lang="en-GB" dirty="0" err="1" smtClean="0"/>
              <a:t>bitabaho</a:t>
            </a:r>
            <a:r>
              <a:rPr lang="en-GB" dirty="0" smtClean="0"/>
              <a:t> </a:t>
            </a:r>
            <a:r>
              <a:rPr lang="en-GB" dirty="0" err="1" smtClean="0"/>
              <a:t>hatariho</a:t>
            </a:r>
            <a:r>
              <a:rPr lang="en-GB" dirty="0" smtClean="0"/>
              <a:t> </a:t>
            </a:r>
            <a:r>
              <a:rPr lang="en-GB" dirty="0" err="1" smtClean="0"/>
              <a:t>kwizera</a:t>
            </a:r>
            <a:endParaRPr lang="en-GB" dirty="0" smtClean="0"/>
          </a:p>
          <a:p>
            <a:r>
              <a:rPr lang="en-GB" dirty="0" err="1" smtClean="0"/>
              <a:t>Kwizera</a:t>
            </a:r>
            <a:r>
              <a:rPr lang="en-GB" dirty="0" smtClean="0"/>
              <a:t> </a:t>
            </a:r>
            <a:r>
              <a:rPr lang="en-GB" dirty="0" err="1" smtClean="0"/>
              <a:t>nicyo</a:t>
            </a:r>
            <a:r>
              <a:rPr lang="en-GB" dirty="0" smtClean="0"/>
              <a:t> </a:t>
            </a:r>
            <a:r>
              <a:rPr lang="en-GB" b="1" dirty="0" err="1" smtClean="0"/>
              <a:t>kiduhuza</a:t>
            </a:r>
            <a:r>
              <a:rPr lang="en-GB" dirty="0" smtClean="0"/>
              <a:t> </a:t>
            </a:r>
            <a:r>
              <a:rPr lang="en-GB" dirty="0" err="1" smtClean="0"/>
              <a:t>n’Imana</a:t>
            </a:r>
            <a:r>
              <a:rPr lang="en-GB" dirty="0" smtClean="0"/>
              <a:t>, </a:t>
            </a:r>
            <a:r>
              <a:rPr lang="en-GB" dirty="0" err="1" smtClean="0"/>
              <a:t>Ijambo</a:t>
            </a:r>
            <a:r>
              <a:rPr lang="en-GB" dirty="0" smtClean="0"/>
              <a:t> </a:t>
            </a:r>
            <a:r>
              <a:rPr lang="en-GB" dirty="0" err="1" smtClean="0"/>
              <a:t>ry’Imana</a:t>
            </a:r>
            <a:r>
              <a:rPr lang="en-GB" dirty="0" smtClean="0"/>
              <a:t> </a:t>
            </a:r>
            <a:r>
              <a:rPr lang="en-GB" dirty="0" err="1" smtClean="0"/>
              <a:t>ritubwira</a:t>
            </a:r>
            <a:r>
              <a:rPr lang="en-GB" dirty="0" smtClean="0"/>
              <a:t> </a:t>
            </a:r>
            <a:r>
              <a:rPr lang="en-GB" dirty="0" err="1" smtClean="0"/>
              <a:t>ko</a:t>
            </a:r>
            <a:r>
              <a:rPr lang="en-GB" dirty="0" smtClean="0"/>
              <a:t> </a:t>
            </a:r>
            <a:r>
              <a:rPr lang="en-GB" dirty="0" err="1" smtClean="0"/>
              <a:t>utizera</a:t>
            </a:r>
            <a:r>
              <a:rPr lang="en-GB" dirty="0" smtClean="0"/>
              <a:t> </a:t>
            </a:r>
            <a:r>
              <a:rPr lang="en-GB" dirty="0" err="1" smtClean="0"/>
              <a:t>adashobora</a:t>
            </a:r>
            <a:r>
              <a:rPr lang="en-GB" dirty="0" smtClean="0"/>
              <a:t> </a:t>
            </a:r>
            <a:r>
              <a:rPr lang="en-GB" dirty="0" err="1" smtClean="0"/>
              <a:t>kunezeza</a:t>
            </a:r>
            <a:r>
              <a:rPr lang="en-GB" dirty="0" smtClean="0"/>
              <a:t> </a:t>
            </a:r>
            <a:r>
              <a:rPr lang="en-GB" dirty="0" err="1" smtClean="0"/>
              <a:t>Imana</a:t>
            </a:r>
            <a:endParaRPr lang="en-GB" dirty="0" smtClean="0"/>
          </a:p>
          <a:p>
            <a:r>
              <a:rPr lang="en-GB" dirty="0" err="1" smtClean="0"/>
              <a:t>Kwizera</a:t>
            </a:r>
            <a:r>
              <a:rPr lang="en-GB" dirty="0" smtClean="0"/>
              <a:t> </a:t>
            </a:r>
            <a:r>
              <a:rPr lang="en-GB" dirty="0" err="1" smtClean="0"/>
              <a:t>n’</a:t>
            </a:r>
            <a:r>
              <a:rPr lang="en-GB" b="1" dirty="0" err="1" smtClean="0"/>
              <a:t>ingabo</a:t>
            </a:r>
            <a:r>
              <a:rPr lang="en-GB" dirty="0" smtClean="0"/>
              <a:t> </a:t>
            </a:r>
            <a:r>
              <a:rPr lang="en-GB" dirty="0" err="1" smtClean="0"/>
              <a:t>idukingira</a:t>
            </a:r>
            <a:r>
              <a:rPr lang="en-GB" dirty="0" smtClean="0"/>
              <a:t> </a:t>
            </a:r>
            <a:r>
              <a:rPr lang="en-GB" dirty="0" err="1" smtClean="0"/>
              <a:t>imyambi</a:t>
            </a:r>
            <a:r>
              <a:rPr lang="en-GB" dirty="0" smtClean="0"/>
              <a:t> </a:t>
            </a:r>
            <a:r>
              <a:rPr lang="en-GB" dirty="0" err="1" smtClean="0"/>
              <a:t>ya</a:t>
            </a:r>
            <a:r>
              <a:rPr lang="en-GB" dirty="0" smtClean="0"/>
              <a:t> </a:t>
            </a:r>
            <a:r>
              <a:rPr lang="en-GB" dirty="0" err="1" smtClean="0"/>
              <a:t>satani</a:t>
            </a:r>
            <a:r>
              <a:rPr lang="en-GB" dirty="0" smtClean="0"/>
              <a:t> </a:t>
            </a:r>
            <a:r>
              <a:rPr lang="en-GB" dirty="0" err="1" smtClean="0"/>
              <a:t>bivuzeko</a:t>
            </a:r>
            <a:r>
              <a:rPr lang="en-GB" dirty="0" smtClean="0"/>
              <a:t> </a:t>
            </a:r>
            <a:r>
              <a:rPr lang="en-GB" dirty="0" err="1" smtClean="0"/>
              <a:t>kuduhesha</a:t>
            </a:r>
            <a:r>
              <a:rPr lang="en-GB" dirty="0" smtClean="0"/>
              <a:t> </a:t>
            </a:r>
            <a:r>
              <a:rPr lang="en-GB" dirty="0" err="1" smtClean="0"/>
              <a:t>kubaho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4168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Zimwe</a:t>
            </a:r>
            <a:r>
              <a:rPr lang="en-GB" dirty="0" smtClean="0"/>
              <a:t> mu </a:t>
            </a:r>
            <a:r>
              <a:rPr lang="en-GB" dirty="0" err="1" smtClean="0"/>
              <a:t>ngero</a:t>
            </a:r>
            <a:r>
              <a:rPr lang="en-GB" dirty="0" smtClean="0"/>
              <a:t> </a:t>
            </a:r>
            <a:r>
              <a:rPr lang="en-GB" dirty="0" err="1" smtClean="0"/>
              <a:t>z’abagize</a:t>
            </a:r>
            <a:r>
              <a:rPr lang="en-GB" dirty="0" smtClean="0"/>
              <a:t> </a:t>
            </a:r>
            <a:r>
              <a:rPr lang="en-GB" dirty="0" err="1" smtClean="0"/>
              <a:t>kwizera</a:t>
            </a:r>
            <a:r>
              <a:rPr lang="en-GB" dirty="0" smtClean="0"/>
              <a:t> </a:t>
            </a:r>
            <a:r>
              <a:rPr lang="en-GB" dirty="0" err="1" smtClean="0"/>
              <a:t>guhambaye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1. </a:t>
            </a:r>
            <a:r>
              <a:rPr lang="en-GB" dirty="0" err="1" smtClean="0"/>
              <a:t>Aburahamu</a:t>
            </a:r>
            <a:r>
              <a:rPr lang="en-GB" dirty="0" smtClean="0"/>
              <a:t>: </a:t>
            </a:r>
            <a:r>
              <a:rPr lang="en-GB" dirty="0" err="1" smtClean="0"/>
              <a:t>yavuye</a:t>
            </a:r>
            <a:r>
              <a:rPr lang="en-GB" dirty="0" smtClean="0"/>
              <a:t> mu </a:t>
            </a:r>
            <a:r>
              <a:rPr lang="en-GB" dirty="0" err="1" smtClean="0"/>
              <a:t>gihugu</a:t>
            </a:r>
            <a:r>
              <a:rPr lang="en-GB" dirty="0" smtClean="0"/>
              <a:t> </a:t>
            </a:r>
            <a:r>
              <a:rPr lang="en-GB" dirty="0" err="1" smtClean="0"/>
              <a:t>cye</a:t>
            </a:r>
            <a:r>
              <a:rPr lang="en-GB" dirty="0" smtClean="0"/>
              <a:t> </a:t>
            </a:r>
            <a:r>
              <a:rPr lang="en-GB" dirty="0" err="1" smtClean="0"/>
              <a:t>ajya</a:t>
            </a:r>
            <a:r>
              <a:rPr lang="en-GB" dirty="0" smtClean="0"/>
              <a:t> </a:t>
            </a:r>
            <a:r>
              <a:rPr lang="en-GB" dirty="0" err="1" smtClean="0"/>
              <a:t>aho</a:t>
            </a:r>
            <a:r>
              <a:rPr lang="en-GB" dirty="0" smtClean="0"/>
              <a:t> </a:t>
            </a:r>
            <a:r>
              <a:rPr lang="en-GB" dirty="0" err="1" smtClean="0"/>
              <a:t>atazi</a:t>
            </a:r>
            <a:r>
              <a:rPr lang="en-GB" dirty="0" smtClean="0"/>
              <a:t> </a:t>
            </a:r>
            <a:r>
              <a:rPr lang="en-GB" dirty="0" err="1" smtClean="0"/>
              <a:t>kubwo</a:t>
            </a:r>
            <a:r>
              <a:rPr lang="en-GB" dirty="0" smtClean="0"/>
              <a:t> </a:t>
            </a:r>
            <a:r>
              <a:rPr lang="en-GB" dirty="0" err="1" smtClean="0"/>
              <a:t>kwizera</a:t>
            </a:r>
            <a:r>
              <a:rPr lang="en-GB" dirty="0" smtClean="0"/>
              <a:t> </a:t>
            </a:r>
            <a:r>
              <a:rPr lang="en-GB" dirty="0" err="1" smtClean="0"/>
              <a:t>gusa</a:t>
            </a:r>
            <a:r>
              <a:rPr lang="en-GB" dirty="0" smtClean="0"/>
              <a:t>, </a:t>
            </a:r>
            <a:r>
              <a:rPr lang="en-GB" dirty="0" err="1" smtClean="0"/>
              <a:t>yeme</a:t>
            </a:r>
            <a:r>
              <a:rPr lang="en-GB" dirty="0" smtClean="0"/>
              <a:t> </a:t>
            </a:r>
            <a:r>
              <a:rPr lang="en-GB" dirty="0" err="1" smtClean="0"/>
              <a:t>gutamba</a:t>
            </a:r>
            <a:r>
              <a:rPr lang="en-GB" dirty="0" smtClean="0"/>
              <a:t> </a:t>
            </a:r>
            <a:r>
              <a:rPr lang="en-GB" dirty="0" err="1" smtClean="0"/>
              <a:t>umwana</a:t>
            </a:r>
            <a:r>
              <a:rPr lang="en-GB" dirty="0" smtClean="0"/>
              <a:t> we </a:t>
            </a:r>
            <a:r>
              <a:rPr lang="en-GB" dirty="0" err="1" smtClean="0"/>
              <a:t>Isaka</a:t>
            </a:r>
            <a:r>
              <a:rPr lang="en-GB" dirty="0" smtClean="0"/>
              <a:t> </a:t>
            </a:r>
            <a:r>
              <a:rPr lang="en-GB" dirty="0" err="1" smtClean="0"/>
              <a:t>bimuhwaniriza</a:t>
            </a:r>
            <a:r>
              <a:rPr lang="en-GB" dirty="0" smtClean="0"/>
              <a:t> no </a:t>
            </a:r>
            <a:r>
              <a:rPr lang="en-GB" dirty="0" err="1" smtClean="0"/>
              <a:t>kwizera</a:t>
            </a:r>
            <a:endParaRPr lang="en-GB" dirty="0" smtClean="0"/>
          </a:p>
          <a:p>
            <a:r>
              <a:rPr lang="en-GB" dirty="0" smtClean="0"/>
              <a:t>2. </a:t>
            </a:r>
            <a:r>
              <a:rPr lang="en-GB" dirty="0" err="1" smtClean="0"/>
              <a:t>Mose</a:t>
            </a:r>
            <a:r>
              <a:rPr lang="en-GB" dirty="0" smtClean="0"/>
              <a:t>: </a:t>
            </a:r>
            <a:r>
              <a:rPr lang="en-GB" dirty="0" err="1" smtClean="0"/>
              <a:t>Yemeye</a:t>
            </a:r>
            <a:r>
              <a:rPr lang="en-GB" dirty="0" smtClean="0"/>
              <a:t> </a:t>
            </a:r>
            <a:r>
              <a:rPr lang="en-GB" dirty="0" err="1" smtClean="0"/>
              <a:t>gukura</a:t>
            </a:r>
            <a:r>
              <a:rPr lang="en-GB" dirty="0" smtClean="0"/>
              <a:t> </a:t>
            </a:r>
            <a:r>
              <a:rPr lang="en-GB" dirty="0" err="1" smtClean="0"/>
              <a:t>ubwoka</a:t>
            </a:r>
            <a:r>
              <a:rPr lang="en-GB" dirty="0" smtClean="0"/>
              <a:t> </a:t>
            </a:r>
            <a:r>
              <a:rPr lang="en-GB" dirty="0" err="1" smtClean="0"/>
              <a:t>bw’abisiraheli</a:t>
            </a:r>
            <a:r>
              <a:rPr lang="en-GB" dirty="0" smtClean="0"/>
              <a:t> </a:t>
            </a:r>
            <a:r>
              <a:rPr lang="en-GB" dirty="0" err="1" smtClean="0"/>
              <a:t>mw’Egiputa</a:t>
            </a:r>
            <a:r>
              <a:rPr lang="en-GB" dirty="0" smtClean="0"/>
              <a:t>  </a:t>
            </a:r>
            <a:r>
              <a:rPr lang="en-GB" dirty="0" err="1" smtClean="0"/>
              <a:t>kubwo</a:t>
            </a:r>
            <a:r>
              <a:rPr lang="en-GB" dirty="0" smtClean="0"/>
              <a:t> </a:t>
            </a:r>
            <a:r>
              <a:rPr lang="en-GB" dirty="0" err="1" smtClean="0"/>
              <a:t>kwizera</a:t>
            </a:r>
            <a:r>
              <a:rPr lang="en-GB" dirty="0" smtClean="0"/>
              <a:t> </a:t>
            </a:r>
            <a:r>
              <a:rPr lang="en-GB" dirty="0" err="1" smtClean="0"/>
              <a:t>gusa</a:t>
            </a:r>
            <a:r>
              <a:rPr lang="en-GB" dirty="0" smtClean="0"/>
              <a:t> </a:t>
            </a:r>
            <a:r>
              <a:rPr lang="en-GB" dirty="0" err="1" smtClean="0"/>
              <a:t>iyamutumye</a:t>
            </a:r>
            <a:r>
              <a:rPr lang="en-GB" dirty="0" smtClean="0"/>
              <a:t>, </a:t>
            </a:r>
            <a:r>
              <a:rPr lang="en-GB" dirty="0" err="1" smtClean="0"/>
              <a:t>yakaoreshejwe</a:t>
            </a:r>
            <a:r>
              <a:rPr lang="en-GB" dirty="0" smtClean="0"/>
              <a:t> </a:t>
            </a:r>
            <a:r>
              <a:rPr lang="en-GB" dirty="0" err="1" smtClean="0"/>
              <a:t>kandi</a:t>
            </a:r>
            <a:r>
              <a:rPr lang="en-GB" dirty="0" smtClean="0"/>
              <a:t> </a:t>
            </a:r>
            <a:r>
              <a:rPr lang="en-GB" dirty="0" err="1" smtClean="0"/>
              <a:t>ibitangaza</a:t>
            </a:r>
            <a:r>
              <a:rPr lang="en-GB" dirty="0" smtClean="0"/>
              <a:t> </a:t>
            </a:r>
            <a:r>
              <a:rPr lang="en-GB" dirty="0" err="1" smtClean="0"/>
              <a:t>byinshi</a:t>
            </a:r>
            <a:r>
              <a:rPr lang="en-GB" dirty="0" smtClean="0"/>
              <a:t> </a:t>
            </a:r>
            <a:r>
              <a:rPr lang="en-GB" dirty="0" err="1" smtClean="0"/>
              <a:t>kubwo</a:t>
            </a:r>
            <a:r>
              <a:rPr lang="en-GB" dirty="0" smtClean="0"/>
              <a:t> </a:t>
            </a:r>
            <a:r>
              <a:rPr lang="en-GB" dirty="0" err="1" smtClean="0"/>
              <a:t>kwizera</a:t>
            </a:r>
            <a:r>
              <a:rPr lang="en-GB" dirty="0" smtClean="0"/>
              <a:t>.</a:t>
            </a:r>
          </a:p>
          <a:p>
            <a:r>
              <a:rPr lang="en-GB" dirty="0" smtClean="0"/>
              <a:t>3. </a:t>
            </a:r>
            <a:r>
              <a:rPr lang="en-GB" dirty="0" err="1" smtClean="0"/>
              <a:t>Dawidi</a:t>
            </a:r>
            <a:r>
              <a:rPr lang="en-GB" dirty="0" smtClean="0"/>
              <a:t>: </a:t>
            </a:r>
            <a:r>
              <a:rPr lang="en-GB" dirty="0" err="1" smtClean="0"/>
              <a:t>yishe</a:t>
            </a:r>
            <a:r>
              <a:rPr lang="en-GB" dirty="0" smtClean="0"/>
              <a:t> </a:t>
            </a:r>
            <a:r>
              <a:rPr lang="en-GB" dirty="0" err="1" smtClean="0"/>
              <a:t>Goliyati</a:t>
            </a:r>
            <a:r>
              <a:rPr lang="en-GB" dirty="0" smtClean="0"/>
              <a:t> </a:t>
            </a:r>
            <a:r>
              <a:rPr lang="en-GB" dirty="0" err="1" smtClean="0"/>
              <a:t>kubwo</a:t>
            </a:r>
            <a:r>
              <a:rPr lang="en-GB" dirty="0" smtClean="0"/>
              <a:t> </a:t>
            </a:r>
            <a:r>
              <a:rPr lang="en-GB" dirty="0" err="1" smtClean="0"/>
              <a:t>kwizera</a:t>
            </a:r>
            <a:endParaRPr lang="en-GB" dirty="0" smtClean="0"/>
          </a:p>
          <a:p>
            <a:r>
              <a:rPr lang="en-GB" dirty="0" smtClean="0"/>
              <a:t>4. Daniel : </a:t>
            </a:r>
            <a:r>
              <a:rPr lang="en-GB" dirty="0" err="1" smtClean="0"/>
              <a:t>yemeye</a:t>
            </a:r>
            <a:r>
              <a:rPr lang="en-GB" dirty="0" smtClean="0"/>
              <a:t> </a:t>
            </a:r>
            <a:r>
              <a:rPr lang="en-GB" dirty="0" err="1" smtClean="0"/>
              <a:t>kujya</a:t>
            </a:r>
            <a:r>
              <a:rPr lang="en-GB" dirty="0" smtClean="0"/>
              <a:t> mu </a:t>
            </a:r>
            <a:r>
              <a:rPr lang="en-GB" dirty="0" err="1" smtClean="0"/>
              <a:t>rwobo</a:t>
            </a:r>
            <a:r>
              <a:rPr lang="en-GB" dirty="0" smtClean="0"/>
              <a:t> </a:t>
            </a:r>
            <a:r>
              <a:rPr lang="en-GB" dirty="0" err="1" smtClean="0"/>
              <a:t>rw’intare</a:t>
            </a:r>
            <a:r>
              <a:rPr lang="en-GB" dirty="0" smtClean="0"/>
              <a:t> </a:t>
            </a:r>
            <a:r>
              <a:rPr lang="en-GB" dirty="0" err="1" smtClean="0"/>
              <a:t>ku</a:t>
            </a:r>
            <a:r>
              <a:rPr lang="en-GB" dirty="0" smtClean="0"/>
              <a:t> </a:t>
            </a:r>
            <a:r>
              <a:rPr lang="en-GB" dirty="0" err="1" smtClean="0"/>
              <a:t>bwo</a:t>
            </a:r>
            <a:r>
              <a:rPr lang="en-GB" dirty="0" smtClean="0"/>
              <a:t> </a:t>
            </a:r>
            <a:r>
              <a:rPr lang="en-GB" dirty="0" err="1" smtClean="0"/>
              <a:t>kwizera</a:t>
            </a:r>
            <a:r>
              <a:rPr lang="en-GB" dirty="0" smtClean="0"/>
              <a:t> </a:t>
            </a:r>
            <a:r>
              <a:rPr lang="en-GB" dirty="0" err="1" smtClean="0"/>
              <a:t>Imana</a:t>
            </a:r>
            <a:r>
              <a:rPr lang="en-GB" dirty="0" smtClean="0"/>
              <a:t> </a:t>
            </a:r>
            <a:r>
              <a:rPr lang="en-GB" dirty="0" err="1" smtClean="0"/>
              <a:t>yanga</a:t>
            </a:r>
            <a:r>
              <a:rPr lang="en-GB" dirty="0" smtClean="0"/>
              <a:t> </a:t>
            </a:r>
            <a:r>
              <a:rPr lang="en-GB" dirty="0" err="1" smtClean="0"/>
              <a:t>kuyibangikanya</a:t>
            </a:r>
            <a:r>
              <a:rPr lang="en-GB" dirty="0" smtClean="0"/>
              <a:t> </a:t>
            </a:r>
            <a:r>
              <a:rPr lang="en-GB" dirty="0" err="1" smtClean="0"/>
              <a:t>nizndi</a:t>
            </a:r>
            <a:r>
              <a:rPr lang="en-GB" dirty="0" smtClean="0"/>
              <a:t> mana</a:t>
            </a:r>
          </a:p>
          <a:p>
            <a:r>
              <a:rPr lang="en-GB" dirty="0" smtClean="0"/>
              <a:t>5. </a:t>
            </a:r>
            <a:r>
              <a:rPr lang="en-GB" dirty="0" err="1" smtClean="0"/>
              <a:t>Petero</a:t>
            </a:r>
            <a:r>
              <a:rPr lang="en-GB" dirty="0" smtClean="0"/>
              <a:t>: </a:t>
            </a:r>
            <a:r>
              <a:rPr lang="en-GB" dirty="0" err="1" smtClean="0"/>
              <a:t>yagendesheje</a:t>
            </a:r>
            <a:r>
              <a:rPr lang="en-GB" dirty="0" smtClean="0"/>
              <a:t> </a:t>
            </a:r>
            <a:r>
              <a:rPr lang="en-GB" dirty="0" err="1" smtClean="0"/>
              <a:t>amaguru</a:t>
            </a:r>
            <a:r>
              <a:rPr lang="en-GB" dirty="0" smtClean="0"/>
              <a:t> </a:t>
            </a:r>
            <a:r>
              <a:rPr lang="en-GB" dirty="0" err="1" smtClean="0"/>
              <a:t>hejuru</a:t>
            </a:r>
            <a:r>
              <a:rPr lang="en-GB" dirty="0" smtClean="0"/>
              <a:t> </a:t>
            </a:r>
            <a:r>
              <a:rPr lang="en-GB" dirty="0" err="1" smtClean="0"/>
              <a:t>y’amazi</a:t>
            </a:r>
            <a:r>
              <a:rPr lang="en-GB" dirty="0" smtClean="0"/>
              <a:t/>
            </a:r>
            <a:br>
              <a:rPr lang="en-GB" dirty="0" smtClean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49403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Impinduka</a:t>
            </a:r>
            <a:r>
              <a:rPr lang="en-GB" dirty="0" smtClean="0"/>
              <a:t> </a:t>
            </a:r>
            <a:r>
              <a:rPr lang="en-GB" dirty="0" err="1" smtClean="0"/>
              <a:t>k’umuntu</a:t>
            </a:r>
            <a:r>
              <a:rPr lang="en-GB" dirty="0" smtClean="0"/>
              <a:t> </a:t>
            </a:r>
            <a:r>
              <a:rPr lang="en-GB" dirty="0" err="1" smtClean="0"/>
              <a:t>ufite</a:t>
            </a:r>
            <a:r>
              <a:rPr lang="en-GB" dirty="0" smtClean="0"/>
              <a:t> </a:t>
            </a:r>
            <a:r>
              <a:rPr lang="en-GB" dirty="0" err="1" smtClean="0"/>
              <a:t>kwizera</a:t>
            </a:r>
            <a:r>
              <a:rPr lang="en-GB" dirty="0" smtClean="0"/>
              <a:t> </a:t>
            </a:r>
            <a:r>
              <a:rPr lang="en-GB" dirty="0" err="1" smtClean="0"/>
              <a:t>nyako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1335314"/>
            <a:ext cx="8800495" cy="5522685"/>
          </a:xfrm>
        </p:spPr>
        <p:txBody>
          <a:bodyPr>
            <a:normAutofit/>
          </a:bodyPr>
          <a:lstStyle/>
          <a:p>
            <a:r>
              <a:rPr lang="en-GB" dirty="0" err="1" smtClean="0"/>
              <a:t>Umukristo</a:t>
            </a:r>
            <a:r>
              <a:rPr lang="en-GB" dirty="0" smtClean="0"/>
              <a:t> </a:t>
            </a:r>
            <a:r>
              <a:rPr lang="en-GB" dirty="0" err="1" smtClean="0"/>
              <a:t>ufite</a:t>
            </a:r>
            <a:r>
              <a:rPr lang="en-GB" dirty="0" smtClean="0"/>
              <a:t> </a:t>
            </a:r>
            <a:r>
              <a:rPr lang="en-GB" dirty="0" err="1" smtClean="0"/>
              <a:t>Kwizera</a:t>
            </a:r>
            <a:r>
              <a:rPr lang="en-GB" dirty="0" smtClean="0"/>
              <a:t> </a:t>
            </a:r>
            <a:r>
              <a:rPr lang="en-GB" dirty="0" err="1" smtClean="0"/>
              <a:t>nyako</a:t>
            </a:r>
            <a:r>
              <a:rPr lang="en-GB" dirty="0" smtClean="0"/>
              <a:t> </a:t>
            </a:r>
            <a:r>
              <a:rPr lang="en-GB" dirty="0" err="1" smtClean="0"/>
              <a:t>bimuhindurira</a:t>
            </a:r>
            <a:r>
              <a:rPr lang="en-GB" dirty="0" smtClean="0"/>
              <a:t> </a:t>
            </a:r>
            <a:r>
              <a:rPr lang="en-GB" dirty="0" err="1" smtClean="0"/>
              <a:t>Identite</a:t>
            </a:r>
            <a:r>
              <a:rPr lang="en-GB" dirty="0" smtClean="0"/>
              <a:t>/ </a:t>
            </a:r>
            <a:r>
              <a:rPr lang="en-GB" dirty="0" err="1" smtClean="0"/>
              <a:t>ahinduka</a:t>
            </a:r>
            <a:r>
              <a:rPr lang="en-GB" dirty="0" smtClean="0"/>
              <a:t> </a:t>
            </a:r>
            <a:r>
              <a:rPr lang="en-GB" dirty="0" err="1" smtClean="0"/>
              <a:t>icyaremwe</a:t>
            </a:r>
            <a:r>
              <a:rPr lang="en-GB" dirty="0" smtClean="0"/>
              <a:t> </a:t>
            </a:r>
            <a:r>
              <a:rPr lang="en-GB" dirty="0" err="1" smtClean="0"/>
              <a:t>gishya</a:t>
            </a:r>
            <a:r>
              <a:rPr lang="en-GB" dirty="0" smtClean="0"/>
              <a:t> ( </a:t>
            </a:r>
            <a:r>
              <a:rPr lang="en-GB" dirty="0" err="1" smtClean="0"/>
              <a:t>aho</a:t>
            </a:r>
            <a:r>
              <a:rPr lang="en-GB" dirty="0" smtClean="0"/>
              <a:t> </a:t>
            </a:r>
            <a:r>
              <a:rPr lang="en-GB" dirty="0" err="1" smtClean="0"/>
              <a:t>amazina</a:t>
            </a:r>
            <a:r>
              <a:rPr lang="en-GB" dirty="0" smtClean="0"/>
              <a:t> </a:t>
            </a:r>
            <a:r>
              <a:rPr lang="en-GB" dirty="0" err="1" smtClean="0"/>
              <a:t>yawe</a:t>
            </a:r>
            <a:r>
              <a:rPr lang="en-GB" dirty="0" smtClean="0"/>
              <a:t> </a:t>
            </a:r>
            <a:r>
              <a:rPr lang="en-GB" dirty="0" err="1" smtClean="0"/>
              <a:t>ajyanye</a:t>
            </a:r>
            <a:r>
              <a:rPr lang="en-GB" dirty="0" smtClean="0"/>
              <a:t> </a:t>
            </a:r>
            <a:r>
              <a:rPr lang="en-GB" dirty="0" err="1" smtClean="0"/>
              <a:t>n’ingeso</a:t>
            </a:r>
            <a:r>
              <a:rPr lang="en-GB" dirty="0" smtClean="0"/>
              <a:t> </a:t>
            </a:r>
            <a:r>
              <a:rPr lang="en-GB" dirty="0" err="1" smtClean="0"/>
              <a:t>mbi</a:t>
            </a:r>
            <a:r>
              <a:rPr lang="en-GB" dirty="0" smtClean="0"/>
              <a:t> </a:t>
            </a:r>
            <a:r>
              <a:rPr lang="en-GB" dirty="0" err="1" smtClean="0"/>
              <a:t>zabaga</a:t>
            </a:r>
            <a:r>
              <a:rPr lang="en-GB" dirty="0" smtClean="0"/>
              <a:t> </a:t>
            </a:r>
            <a:r>
              <a:rPr lang="en-GB" dirty="0" err="1" smtClean="0"/>
              <a:t>muri</a:t>
            </a:r>
            <a:r>
              <a:rPr lang="en-GB" dirty="0" smtClean="0"/>
              <a:t> </a:t>
            </a:r>
            <a:r>
              <a:rPr lang="en-GB" dirty="0" err="1" smtClean="0"/>
              <a:t>wowe</a:t>
            </a:r>
            <a:r>
              <a:rPr lang="en-GB" dirty="0" smtClean="0"/>
              <a:t> </a:t>
            </a:r>
            <a:r>
              <a:rPr lang="en-GB" dirty="0" err="1" smtClean="0"/>
              <a:t>ahinduka</a:t>
            </a:r>
            <a:r>
              <a:rPr lang="en-GB" dirty="0" smtClean="0"/>
              <a:t>, </a:t>
            </a:r>
            <a:r>
              <a:rPr lang="en-GB" dirty="0" err="1" smtClean="0"/>
              <a:t>uhinduka</a:t>
            </a:r>
            <a:r>
              <a:rPr lang="en-GB" dirty="0" smtClean="0"/>
              <a:t> mu </a:t>
            </a:r>
            <a:r>
              <a:rPr lang="en-GB" dirty="0" err="1" smtClean="0"/>
              <a:t>mico</a:t>
            </a:r>
            <a:r>
              <a:rPr lang="en-GB" dirty="0" smtClean="0"/>
              <a:t> no mu </a:t>
            </a:r>
            <a:r>
              <a:rPr lang="en-GB" dirty="0" err="1" smtClean="0"/>
              <a:t>myifatire</a:t>
            </a:r>
            <a:r>
              <a:rPr lang="en-GB" dirty="0" smtClean="0"/>
              <a:t> </a:t>
            </a:r>
            <a:r>
              <a:rPr lang="en-GB" dirty="0" err="1" smtClean="0"/>
              <a:t>yawe</a:t>
            </a:r>
            <a:r>
              <a:rPr lang="en-GB" dirty="0" smtClean="0"/>
              <a:t>) </a:t>
            </a:r>
          </a:p>
          <a:p>
            <a:r>
              <a:rPr lang="en-GB" dirty="0" smtClean="0"/>
              <a:t>2 </a:t>
            </a:r>
            <a:r>
              <a:rPr lang="en-GB" dirty="0" err="1" smtClean="0"/>
              <a:t>abakorinto</a:t>
            </a:r>
            <a:r>
              <a:rPr lang="en-GB" dirty="0" smtClean="0"/>
              <a:t> 5:17</a:t>
            </a:r>
          </a:p>
          <a:p>
            <a:r>
              <a:rPr lang="en-GB" dirty="0" err="1" smtClean="0"/>
              <a:t>Umuntu</a:t>
            </a:r>
            <a:r>
              <a:rPr lang="en-GB" dirty="0" smtClean="0"/>
              <a:t> </a:t>
            </a:r>
            <a:r>
              <a:rPr lang="en-GB" dirty="0" err="1" smtClean="0"/>
              <a:t>wese</a:t>
            </a:r>
            <a:r>
              <a:rPr lang="en-GB" dirty="0" smtClean="0"/>
              <a:t> </a:t>
            </a:r>
            <a:r>
              <a:rPr lang="en-GB" dirty="0" err="1" smtClean="0"/>
              <a:t>iyo</a:t>
            </a:r>
            <a:r>
              <a:rPr lang="en-GB" dirty="0" smtClean="0"/>
              <a:t> </a:t>
            </a:r>
            <a:r>
              <a:rPr lang="en-GB" dirty="0" err="1" smtClean="0"/>
              <a:t>ari</a:t>
            </a:r>
            <a:r>
              <a:rPr lang="en-GB" dirty="0" smtClean="0"/>
              <a:t> </a:t>
            </a:r>
            <a:r>
              <a:rPr lang="en-GB" dirty="0" err="1" smtClean="0"/>
              <a:t>muri</a:t>
            </a:r>
            <a:r>
              <a:rPr lang="en-GB" dirty="0" smtClean="0"/>
              <a:t> </a:t>
            </a:r>
            <a:r>
              <a:rPr lang="en-GB" dirty="0" err="1" smtClean="0"/>
              <a:t>Kristo</a:t>
            </a:r>
            <a:r>
              <a:rPr lang="en-GB" dirty="0" smtClean="0"/>
              <a:t> </a:t>
            </a:r>
            <a:r>
              <a:rPr lang="en-GB" dirty="0" err="1" smtClean="0"/>
              <a:t>Yesu</a:t>
            </a:r>
            <a:r>
              <a:rPr lang="en-GB" dirty="0" smtClean="0"/>
              <a:t> aba </a:t>
            </a:r>
            <a:r>
              <a:rPr lang="en-GB" dirty="0" err="1" smtClean="0"/>
              <a:t>ari</a:t>
            </a:r>
            <a:r>
              <a:rPr lang="en-GB" dirty="0" smtClean="0"/>
              <a:t> </a:t>
            </a:r>
            <a:r>
              <a:rPr lang="en-GB" dirty="0" err="1" smtClean="0"/>
              <a:t>icyaremwe</a:t>
            </a:r>
            <a:r>
              <a:rPr lang="en-GB" dirty="0" smtClean="0"/>
              <a:t> </a:t>
            </a:r>
            <a:r>
              <a:rPr lang="en-GB" dirty="0" err="1" smtClean="0"/>
              <a:t>gishya</a:t>
            </a:r>
            <a:r>
              <a:rPr lang="en-GB" dirty="0" smtClean="0"/>
              <a:t> </a:t>
            </a:r>
            <a:r>
              <a:rPr lang="en-GB" dirty="0" err="1" smtClean="0"/>
              <a:t>ibya</a:t>
            </a:r>
            <a:r>
              <a:rPr lang="en-GB" dirty="0" smtClean="0"/>
              <a:t> </a:t>
            </a:r>
            <a:r>
              <a:rPr lang="en-GB" dirty="0" err="1" smtClean="0"/>
              <a:t>cyera</a:t>
            </a:r>
            <a:r>
              <a:rPr lang="en-GB" dirty="0" smtClean="0"/>
              <a:t> </a:t>
            </a:r>
            <a:r>
              <a:rPr lang="en-GB" dirty="0" err="1" smtClean="0"/>
              <a:t>biba</a:t>
            </a:r>
            <a:r>
              <a:rPr lang="en-GB" dirty="0" smtClean="0"/>
              <a:t> </a:t>
            </a:r>
            <a:r>
              <a:rPr lang="en-GB" dirty="0" err="1" smtClean="0"/>
              <a:t>bishize</a:t>
            </a:r>
            <a:r>
              <a:rPr lang="en-GB" dirty="0" smtClean="0"/>
              <a:t> </a:t>
            </a:r>
            <a:r>
              <a:rPr lang="en-GB" dirty="0" err="1" smtClean="0"/>
              <a:t>dore</a:t>
            </a:r>
            <a:r>
              <a:rPr lang="en-GB" dirty="0" smtClean="0"/>
              <a:t> </a:t>
            </a:r>
            <a:r>
              <a:rPr lang="en-GB" dirty="0" err="1" smtClean="0"/>
              <a:t>byose</a:t>
            </a:r>
            <a:r>
              <a:rPr lang="en-GB" dirty="0" smtClean="0"/>
              <a:t> </a:t>
            </a:r>
            <a:r>
              <a:rPr lang="en-GB" dirty="0" err="1" smtClean="0"/>
              <a:t>biba</a:t>
            </a:r>
            <a:r>
              <a:rPr lang="en-GB" dirty="0" smtClean="0"/>
              <a:t> </a:t>
            </a:r>
            <a:r>
              <a:rPr lang="en-GB" dirty="0" err="1" smtClean="0"/>
              <a:t>bihindutse</a:t>
            </a:r>
            <a:r>
              <a:rPr lang="en-GB" dirty="0" smtClean="0"/>
              <a:t> </a:t>
            </a:r>
            <a:r>
              <a:rPr lang="en-GB" dirty="0" err="1" smtClean="0"/>
              <a:t>bishya</a:t>
            </a:r>
            <a:endParaRPr lang="en-GB" dirty="0" smtClean="0"/>
          </a:p>
          <a:p>
            <a:r>
              <a:rPr lang="en-GB" dirty="0" err="1" smtClean="0"/>
              <a:t>Ingero</a:t>
            </a:r>
            <a:r>
              <a:rPr lang="en-GB" dirty="0" smtClean="0"/>
              <a:t> </a:t>
            </a:r>
            <a:r>
              <a:rPr lang="en-GB" dirty="0" err="1" smtClean="0"/>
              <a:t>z’abizeye</a:t>
            </a:r>
            <a:r>
              <a:rPr lang="en-GB" dirty="0" smtClean="0"/>
              <a:t> </a:t>
            </a:r>
            <a:r>
              <a:rPr lang="en-GB" dirty="0" err="1" smtClean="0"/>
              <a:t>bagahindurirwa</a:t>
            </a:r>
            <a:r>
              <a:rPr lang="en-GB" dirty="0" smtClean="0"/>
              <a:t> </a:t>
            </a:r>
            <a:r>
              <a:rPr lang="en-GB" dirty="0" err="1" smtClean="0"/>
              <a:t>amazina</a:t>
            </a:r>
            <a:r>
              <a:rPr lang="en-GB" dirty="0" smtClean="0"/>
              <a:t>:</a:t>
            </a:r>
          </a:p>
          <a:p>
            <a:r>
              <a:rPr lang="en-GB" dirty="0" smtClean="0"/>
              <a:t>1. </a:t>
            </a:r>
            <a:r>
              <a:rPr lang="en-GB" dirty="0" err="1" smtClean="0"/>
              <a:t>Zakayo</a:t>
            </a:r>
            <a:r>
              <a:rPr lang="en-GB" dirty="0" smtClean="0"/>
              <a:t>: </a:t>
            </a:r>
            <a:r>
              <a:rPr lang="en-GB" dirty="0" err="1" smtClean="0"/>
              <a:t>mbere</a:t>
            </a:r>
            <a:r>
              <a:rPr lang="en-GB" dirty="0" smtClean="0"/>
              <a:t> </a:t>
            </a:r>
            <a:r>
              <a:rPr lang="en-GB" dirty="0" err="1" smtClean="0"/>
              <a:t>yo</a:t>
            </a:r>
            <a:r>
              <a:rPr lang="en-GB" dirty="0" smtClean="0"/>
              <a:t> </a:t>
            </a:r>
            <a:r>
              <a:rPr lang="en-GB" dirty="0" err="1" smtClean="0"/>
              <a:t>kwakira</a:t>
            </a:r>
            <a:r>
              <a:rPr lang="en-GB" dirty="0" smtClean="0"/>
              <a:t> </a:t>
            </a:r>
            <a:r>
              <a:rPr lang="en-GB" dirty="0" err="1" smtClean="0"/>
              <a:t>Kristo</a:t>
            </a:r>
            <a:r>
              <a:rPr lang="en-GB" dirty="0" smtClean="0"/>
              <a:t> </a:t>
            </a:r>
            <a:r>
              <a:rPr lang="en-GB" dirty="0" err="1" smtClean="0"/>
              <a:t>akamwizera</a:t>
            </a:r>
            <a:r>
              <a:rPr lang="en-GB" dirty="0" smtClean="0"/>
              <a:t> </a:t>
            </a:r>
            <a:r>
              <a:rPr lang="en-GB" dirty="0" err="1" smtClean="0"/>
              <a:t>yari</a:t>
            </a:r>
            <a:r>
              <a:rPr lang="en-GB" dirty="0" smtClean="0"/>
              <a:t> </a:t>
            </a:r>
            <a:r>
              <a:rPr lang="en-GB" dirty="0" err="1" smtClean="0"/>
              <a:t>umwambuzi</a:t>
            </a:r>
            <a:r>
              <a:rPr lang="en-GB" dirty="0" smtClean="0"/>
              <a:t>, </a:t>
            </a:r>
            <a:r>
              <a:rPr lang="en-GB" dirty="0" err="1" smtClean="0"/>
              <a:t>ahuguza</a:t>
            </a:r>
            <a:r>
              <a:rPr lang="en-GB" dirty="0" smtClean="0"/>
              <a:t>, </a:t>
            </a:r>
            <a:r>
              <a:rPr lang="en-GB" dirty="0" err="1" smtClean="0"/>
              <a:t>akarya</a:t>
            </a:r>
            <a:r>
              <a:rPr lang="en-GB" dirty="0" smtClean="0"/>
              <a:t> </a:t>
            </a:r>
            <a:r>
              <a:rPr lang="en-GB" dirty="0" err="1" smtClean="0"/>
              <a:t>abakene</a:t>
            </a:r>
            <a:r>
              <a:rPr lang="en-GB" dirty="0" smtClean="0"/>
              <a:t> </a:t>
            </a:r>
            <a:r>
              <a:rPr lang="en-GB" dirty="0" err="1" smtClean="0"/>
              <a:t>utwabo</a:t>
            </a:r>
            <a:r>
              <a:rPr lang="en-GB" dirty="0" smtClean="0"/>
              <a:t>, </a:t>
            </a:r>
            <a:r>
              <a:rPr lang="en-GB" dirty="0" err="1" smtClean="0"/>
              <a:t>ariko</a:t>
            </a:r>
            <a:r>
              <a:rPr lang="en-GB" dirty="0" smtClean="0"/>
              <a:t> </a:t>
            </a:r>
            <a:r>
              <a:rPr lang="en-GB" dirty="0" err="1" smtClean="0"/>
              <a:t>aho</a:t>
            </a:r>
            <a:r>
              <a:rPr lang="en-GB" dirty="0" smtClean="0"/>
              <a:t> </a:t>
            </a:r>
            <a:r>
              <a:rPr lang="en-GB" dirty="0" err="1" smtClean="0"/>
              <a:t>yakiriye</a:t>
            </a:r>
            <a:r>
              <a:rPr lang="en-GB" dirty="0" smtClean="0"/>
              <a:t> </a:t>
            </a:r>
            <a:r>
              <a:rPr lang="en-GB" dirty="0" err="1" smtClean="0"/>
              <a:t>Kristo</a:t>
            </a:r>
            <a:r>
              <a:rPr lang="en-GB" dirty="0" smtClean="0"/>
              <a:t> </a:t>
            </a:r>
            <a:r>
              <a:rPr lang="en-GB" dirty="0" err="1" smtClean="0"/>
              <a:t>yiyemeza</a:t>
            </a:r>
            <a:r>
              <a:rPr lang="en-GB" dirty="0" smtClean="0"/>
              <a:t> </a:t>
            </a:r>
            <a:r>
              <a:rPr lang="en-GB" dirty="0" err="1" smtClean="0"/>
              <a:t>gusubiza</a:t>
            </a:r>
            <a:r>
              <a:rPr lang="en-GB" dirty="0" smtClean="0"/>
              <a:t> abo </a:t>
            </a:r>
            <a:r>
              <a:rPr lang="en-GB" dirty="0" err="1" smtClean="0"/>
              <a:t>yambuye</a:t>
            </a:r>
            <a:r>
              <a:rPr lang="en-GB" dirty="0" smtClean="0"/>
              <a:t> </a:t>
            </a:r>
            <a:r>
              <a:rPr lang="en-GB" dirty="0" err="1" smtClean="0"/>
              <a:t>ibyabo</a:t>
            </a:r>
            <a:r>
              <a:rPr lang="en-GB" dirty="0" smtClean="0"/>
              <a:t> </a:t>
            </a:r>
            <a:r>
              <a:rPr lang="en-GB" dirty="0" err="1" smtClean="0"/>
              <a:t>ndetse</a:t>
            </a:r>
            <a:r>
              <a:rPr lang="en-GB" dirty="0" smtClean="0"/>
              <a:t> </a:t>
            </a:r>
            <a:r>
              <a:rPr lang="en-GB" dirty="0" err="1" smtClean="0"/>
              <a:t>akongeraho</a:t>
            </a:r>
            <a:r>
              <a:rPr lang="en-GB" dirty="0" smtClean="0"/>
              <a:t> </a:t>
            </a:r>
            <a:r>
              <a:rPr lang="en-GB" dirty="0" err="1" smtClean="0"/>
              <a:t>n’indishyi</a:t>
            </a:r>
            <a:endParaRPr lang="en-GB" dirty="0"/>
          </a:p>
          <a:p>
            <a:r>
              <a:rPr lang="en-GB" dirty="0" smtClean="0"/>
              <a:t>2. Paul /</a:t>
            </a:r>
            <a:r>
              <a:rPr lang="en-GB" dirty="0" err="1" smtClean="0"/>
              <a:t>sawuli</a:t>
            </a:r>
            <a:r>
              <a:rPr lang="en-GB" dirty="0" smtClean="0"/>
              <a:t>: </a:t>
            </a:r>
            <a:r>
              <a:rPr lang="en-GB" dirty="0" err="1" smtClean="0"/>
              <a:t>mbere</a:t>
            </a:r>
            <a:r>
              <a:rPr lang="en-GB" dirty="0" smtClean="0"/>
              <a:t> </a:t>
            </a:r>
            <a:r>
              <a:rPr lang="en-GB" dirty="0" err="1" smtClean="0"/>
              <a:t>yo</a:t>
            </a:r>
            <a:r>
              <a:rPr lang="en-GB" dirty="0" smtClean="0"/>
              <a:t> </a:t>
            </a:r>
            <a:r>
              <a:rPr lang="en-GB" dirty="0" err="1" smtClean="0"/>
              <a:t>kwakira</a:t>
            </a:r>
            <a:r>
              <a:rPr lang="en-GB" dirty="0" smtClean="0"/>
              <a:t> </a:t>
            </a:r>
            <a:r>
              <a:rPr lang="en-GB" dirty="0" err="1" smtClean="0"/>
              <a:t>Yesu</a:t>
            </a:r>
            <a:r>
              <a:rPr lang="en-GB" dirty="0" smtClean="0"/>
              <a:t> </a:t>
            </a:r>
            <a:r>
              <a:rPr lang="en-GB" dirty="0" err="1" smtClean="0"/>
              <a:t>yatoteza</a:t>
            </a:r>
            <a:r>
              <a:rPr lang="en-GB" dirty="0" smtClean="0"/>
              <a:t> </a:t>
            </a:r>
            <a:r>
              <a:rPr lang="en-GB" dirty="0" err="1" smtClean="0"/>
              <a:t>abamwizera</a:t>
            </a:r>
            <a:r>
              <a:rPr lang="en-GB" dirty="0" smtClean="0"/>
              <a:t> </a:t>
            </a:r>
            <a:r>
              <a:rPr lang="en-GB" dirty="0" err="1" smtClean="0"/>
              <a:t>ndetse</a:t>
            </a:r>
            <a:r>
              <a:rPr lang="en-GB" dirty="0" smtClean="0"/>
              <a:t> </a:t>
            </a:r>
            <a:r>
              <a:rPr lang="en-GB" dirty="0" err="1" smtClean="0"/>
              <a:t>akanabica</a:t>
            </a:r>
            <a:r>
              <a:rPr lang="en-GB" dirty="0" smtClean="0"/>
              <a:t> </a:t>
            </a:r>
            <a:r>
              <a:rPr lang="en-GB" dirty="0" err="1" smtClean="0"/>
              <a:t>ariko</a:t>
            </a:r>
            <a:r>
              <a:rPr lang="en-GB" dirty="0" smtClean="0"/>
              <a:t> amaze </a:t>
            </a:r>
            <a:r>
              <a:rPr lang="en-GB" dirty="0" err="1" smtClean="0"/>
              <a:t>kwakira</a:t>
            </a:r>
            <a:r>
              <a:rPr lang="en-GB" dirty="0" smtClean="0"/>
              <a:t> </a:t>
            </a:r>
            <a:r>
              <a:rPr lang="en-GB" dirty="0" err="1" smtClean="0"/>
              <a:t>Kristo</a:t>
            </a:r>
            <a:r>
              <a:rPr lang="en-GB" dirty="0" smtClean="0"/>
              <a:t> </a:t>
            </a:r>
            <a:r>
              <a:rPr lang="en-GB" dirty="0" err="1" smtClean="0"/>
              <a:t>ahinduka</a:t>
            </a:r>
            <a:r>
              <a:rPr lang="en-GB" dirty="0" smtClean="0"/>
              <a:t> </a:t>
            </a:r>
            <a:r>
              <a:rPr lang="en-GB" dirty="0" err="1" smtClean="0"/>
              <a:t>yahindutse</a:t>
            </a:r>
            <a:r>
              <a:rPr lang="en-GB" dirty="0" smtClean="0"/>
              <a:t> </a:t>
            </a:r>
            <a:r>
              <a:rPr lang="en-GB" dirty="0" err="1" smtClean="0"/>
              <a:t>umwamamaza</a:t>
            </a:r>
            <a:r>
              <a:rPr lang="en-GB" dirty="0" smtClean="0"/>
              <a:t> </a:t>
            </a:r>
            <a:r>
              <a:rPr lang="en-GB" dirty="0" err="1" smtClean="0"/>
              <a:t>ndetse</a:t>
            </a:r>
            <a:r>
              <a:rPr lang="en-GB" dirty="0" smtClean="0"/>
              <a:t> </a:t>
            </a:r>
            <a:r>
              <a:rPr lang="en-GB" dirty="0" err="1" smtClean="0"/>
              <a:t>yemera</a:t>
            </a:r>
            <a:r>
              <a:rPr lang="en-GB" dirty="0" smtClean="0"/>
              <a:t> </a:t>
            </a:r>
            <a:r>
              <a:rPr lang="en-GB" dirty="0" err="1" smtClean="0"/>
              <a:t>ku</a:t>
            </a:r>
            <a:r>
              <a:rPr lang="en-GB" dirty="0" smtClean="0"/>
              <a:t> </a:t>
            </a:r>
            <a:r>
              <a:rPr lang="en-GB" dirty="0" err="1" smtClean="0"/>
              <a:t>muzira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60475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Kwizera</a:t>
            </a:r>
            <a:r>
              <a:rPr lang="en-GB" dirty="0" smtClean="0"/>
              <a:t> </a:t>
            </a:r>
            <a:r>
              <a:rPr lang="en-GB" dirty="0" err="1" smtClean="0"/>
              <a:t>kurema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07886"/>
            <a:ext cx="8596668" cy="5573485"/>
          </a:xfrm>
        </p:spPr>
        <p:txBody>
          <a:bodyPr>
            <a:normAutofit lnSpcReduction="10000"/>
          </a:bodyPr>
          <a:lstStyle/>
          <a:p>
            <a:r>
              <a:rPr lang="en-GB" i="1" dirty="0"/>
              <a:t> </a:t>
            </a:r>
            <a:r>
              <a:rPr lang="en-GB" sz="20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kwizera</a:t>
            </a:r>
            <a:r>
              <a:rPr lang="en-GB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kuduha</a:t>
            </a:r>
            <a:r>
              <a:rPr lang="en-GB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kuba</a:t>
            </a:r>
            <a:r>
              <a:rPr lang="en-GB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abana</a:t>
            </a:r>
            <a:r>
              <a:rPr lang="en-GB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b’Imana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*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kuba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umwana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w’Imana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biduha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ubundi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bwiza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bikaduhesha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ubudahangarwa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ndtetse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n’ububasha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bushoboza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kurema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ibitariho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bikabaho</a:t>
            </a:r>
            <a:endParaRPr lang="en-GB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0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Kwizera</a:t>
            </a:r>
            <a:r>
              <a:rPr lang="en-GB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biduhesha</a:t>
            </a:r>
            <a:r>
              <a:rPr lang="en-GB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ubudahangarwa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sz="20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Daniel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mu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rwobo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rw’intare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yajugunywemo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azira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kwizera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Imana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ye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yanga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kuyibangikanya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n’ikindi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kintu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icyaricyo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cyose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byamuhesheje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ubudahangarwa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kurizo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ntizatinyuka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kumukoraho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nubwo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zari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zishonje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</a:p>
          <a:p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Kwizera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kwatanze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ubudahangarwa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kuri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Saduraka</a:t>
            </a:r>
            <a:r>
              <a:rPr lang="en-GB" sz="20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Meshake</a:t>
            </a:r>
            <a:r>
              <a:rPr lang="en-GB" sz="20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GB" sz="20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Abadenego</a:t>
            </a:r>
            <a:r>
              <a:rPr lang="en-GB" sz="20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ubwo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bajugunywaga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mw’itanura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ry’umurilo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uwo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muliro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ntiwabashije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kubahangara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nyamara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abajugunyemo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barakongotse</a:t>
            </a:r>
            <a:endParaRPr lang="en-GB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0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Kwizera</a:t>
            </a:r>
            <a:r>
              <a:rPr lang="en-GB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biduhesha</a:t>
            </a:r>
            <a:r>
              <a:rPr lang="en-GB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ububasha</a:t>
            </a:r>
            <a:r>
              <a:rPr lang="en-GB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burema</a:t>
            </a:r>
            <a:r>
              <a:rPr lang="en-GB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ibitari</a:t>
            </a:r>
            <a:r>
              <a:rPr lang="en-GB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biriho</a:t>
            </a:r>
            <a:r>
              <a:rPr lang="en-GB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bikabaho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Act 3:2-6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hatwereka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inkuru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zukuntu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Petero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Yohana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ubwo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bajyaga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mu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rusengero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basanze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uwari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uremaye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yicaye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kw’irembo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ryitwa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Ryiza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atunzwe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no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gusaba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abonye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Petero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Yohana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ngo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arabasaba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nyamara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ntibamuhaye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ifeza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cg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izahabu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ahubwo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bamuhaye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gukira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binyuze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mu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kwizera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Kristo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maze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uwari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uremaye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arahaguruka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arakira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aragenda</a:t>
            </a:r>
            <a:endParaRPr lang="en-GB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Kwizera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kwaremye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inzira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mu Nyanja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itukura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abisiraheli</a:t>
            </a:r>
            <a:r>
              <a:rPr lang="en-GB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barambuka</a:t>
            </a:r>
            <a:endParaRPr lang="en-GB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000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30615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835297"/>
          </a:xfrm>
        </p:spPr>
        <p:txBody>
          <a:bodyPr>
            <a:normAutofit/>
          </a:bodyPr>
          <a:lstStyle/>
          <a:p>
            <a:r>
              <a:rPr lang="en-GB" dirty="0" err="1" smtClean="0"/>
              <a:t>Kwizera</a:t>
            </a:r>
            <a:r>
              <a:rPr lang="en-GB" dirty="0" smtClean="0"/>
              <a:t> </a:t>
            </a:r>
            <a:r>
              <a:rPr lang="en-GB" dirty="0" err="1" smtClean="0"/>
              <a:t>kutubera</a:t>
            </a:r>
            <a:r>
              <a:rPr lang="en-GB" dirty="0" smtClean="0"/>
              <a:t> </a:t>
            </a:r>
            <a:r>
              <a:rPr lang="en-GB" dirty="0" err="1" smtClean="0"/>
              <a:t>urufunguzo</a:t>
            </a:r>
            <a:r>
              <a:rPr lang="en-GB" dirty="0" smtClean="0"/>
              <a:t> </a:t>
            </a:r>
            <a:r>
              <a:rPr lang="en-GB" dirty="0" err="1" smtClean="0"/>
              <a:t>rw’ibyacu</a:t>
            </a:r>
            <a:r>
              <a:rPr lang="en-GB" dirty="0" smtClean="0"/>
              <a:t> </a:t>
            </a:r>
            <a:r>
              <a:rPr lang="en-GB" dirty="0" err="1" smtClean="0"/>
              <a:t>rukatuvana</a:t>
            </a:r>
            <a:r>
              <a:rPr lang="en-GB" dirty="0" smtClean="0"/>
              <a:t>  mu </a:t>
            </a:r>
            <a:r>
              <a:rPr lang="en-GB" dirty="0" err="1" smtClean="0"/>
              <a:t>bubata</a:t>
            </a:r>
            <a:r>
              <a:rPr lang="en-GB" dirty="0" smtClean="0"/>
              <a:t> </a:t>
            </a:r>
            <a:r>
              <a:rPr lang="en-GB" dirty="0" err="1" smtClean="0"/>
              <a:t>satani</a:t>
            </a:r>
            <a:r>
              <a:rPr lang="en-GB" dirty="0" smtClean="0"/>
              <a:t> </a:t>
            </a:r>
            <a:r>
              <a:rPr lang="en-GB" dirty="0" err="1" smtClean="0"/>
              <a:t>yadushyizemo</a:t>
            </a:r>
            <a:endParaRPr lang="en-GB" dirty="0" smtClean="0"/>
          </a:p>
          <a:p>
            <a:r>
              <a:rPr lang="en-GB" dirty="0" smtClean="0"/>
              <a:t>Ex: </a:t>
            </a:r>
            <a:r>
              <a:rPr lang="en-GB" dirty="0" err="1" smtClean="0"/>
              <a:t>inkuru</a:t>
            </a:r>
            <a:r>
              <a:rPr lang="en-GB" dirty="0" smtClean="0"/>
              <a:t> </a:t>
            </a:r>
            <a:r>
              <a:rPr lang="en-GB" dirty="0" err="1" smtClean="0"/>
              <a:t>za</a:t>
            </a:r>
            <a:r>
              <a:rPr lang="en-GB" dirty="0" smtClean="0"/>
              <a:t> </a:t>
            </a:r>
            <a:r>
              <a:rPr lang="en-GB" dirty="0" err="1" smtClean="0"/>
              <a:t>Mukristo</a:t>
            </a:r>
            <a:r>
              <a:rPr lang="en-GB" dirty="0" smtClean="0"/>
              <a:t> </a:t>
            </a:r>
            <a:r>
              <a:rPr lang="en-GB" dirty="0" err="1" smtClean="0"/>
              <a:t>na</a:t>
            </a:r>
            <a:r>
              <a:rPr lang="en-GB" dirty="0" smtClean="0"/>
              <a:t> </a:t>
            </a:r>
            <a:r>
              <a:rPr lang="en-GB" dirty="0" err="1" smtClean="0"/>
              <a:t>mwizerwa</a:t>
            </a:r>
            <a:r>
              <a:rPr lang="en-GB" dirty="0" smtClean="0"/>
              <a:t> </a:t>
            </a:r>
            <a:r>
              <a:rPr lang="en-GB" dirty="0" err="1" smtClean="0"/>
              <a:t>ubwo</a:t>
            </a:r>
            <a:r>
              <a:rPr lang="en-GB" dirty="0" smtClean="0"/>
              <a:t> </a:t>
            </a:r>
            <a:r>
              <a:rPr lang="en-GB" dirty="0" err="1" smtClean="0"/>
              <a:t>bafungirwaga</a:t>
            </a:r>
            <a:r>
              <a:rPr lang="en-GB" dirty="0" smtClean="0"/>
              <a:t> </a:t>
            </a:r>
            <a:r>
              <a:rPr lang="en-GB" dirty="0" err="1" smtClean="0"/>
              <a:t>kwa</a:t>
            </a:r>
            <a:r>
              <a:rPr lang="en-GB" dirty="0" smtClean="0"/>
              <a:t> </a:t>
            </a:r>
            <a:r>
              <a:rPr lang="en-GB" dirty="0" err="1" smtClean="0"/>
              <a:t>gihanda</a:t>
            </a:r>
            <a:r>
              <a:rPr lang="en-GB" dirty="0" smtClean="0"/>
              <a:t> </a:t>
            </a:r>
            <a:r>
              <a:rPr lang="en-GB" dirty="0" err="1" smtClean="0"/>
              <a:t>Bwihebe</a:t>
            </a:r>
            <a:r>
              <a:rPr lang="en-GB" dirty="0" smtClean="0"/>
              <a:t> </a:t>
            </a:r>
            <a:r>
              <a:rPr lang="en-GB" dirty="0" err="1" smtClean="0"/>
              <a:t>akabafungirana</a:t>
            </a:r>
            <a:r>
              <a:rPr lang="en-GB" dirty="0" smtClean="0"/>
              <a:t> </a:t>
            </a:r>
            <a:r>
              <a:rPr lang="en-GB" dirty="0" err="1" smtClean="0"/>
              <a:t>mo</a:t>
            </a:r>
            <a:r>
              <a:rPr lang="en-GB" dirty="0" smtClean="0"/>
              <a:t> </a:t>
            </a:r>
            <a:r>
              <a:rPr lang="en-GB" dirty="0" err="1" smtClean="0"/>
              <a:t>akabasaba</a:t>
            </a:r>
            <a:r>
              <a:rPr lang="en-GB" dirty="0" smtClean="0"/>
              <a:t> </a:t>
            </a:r>
            <a:r>
              <a:rPr lang="en-GB" dirty="0" err="1" smtClean="0"/>
              <a:t>ko</a:t>
            </a:r>
            <a:r>
              <a:rPr lang="en-GB" dirty="0" smtClean="0"/>
              <a:t> </a:t>
            </a:r>
            <a:r>
              <a:rPr lang="en-GB" dirty="0" err="1" smtClean="0"/>
              <a:t>bo</a:t>
            </a:r>
            <a:r>
              <a:rPr lang="en-GB" dirty="0" smtClean="0"/>
              <a:t> </a:t>
            </a:r>
            <a:r>
              <a:rPr lang="en-GB" dirty="0" err="1" smtClean="0"/>
              <a:t>ubwabo</a:t>
            </a:r>
            <a:r>
              <a:rPr lang="en-GB" dirty="0" smtClean="0"/>
              <a:t> </a:t>
            </a:r>
            <a:r>
              <a:rPr lang="en-GB" dirty="0" err="1" smtClean="0"/>
              <a:t>bakwiyahura</a:t>
            </a:r>
            <a:r>
              <a:rPr lang="en-GB" dirty="0" smtClean="0"/>
              <a:t> </a:t>
            </a:r>
            <a:r>
              <a:rPr lang="en-GB" dirty="0" err="1" smtClean="0"/>
              <a:t>kuko</a:t>
            </a:r>
            <a:r>
              <a:rPr lang="en-GB" dirty="0" smtClean="0"/>
              <a:t> </a:t>
            </a:r>
            <a:r>
              <a:rPr lang="en-GB" dirty="0" err="1" smtClean="0"/>
              <a:t>batazabasha</a:t>
            </a:r>
            <a:r>
              <a:rPr lang="en-GB" dirty="0" smtClean="0"/>
              <a:t> </a:t>
            </a:r>
            <a:r>
              <a:rPr lang="en-GB" dirty="0" err="1" smtClean="0"/>
              <a:t>kuva</a:t>
            </a:r>
            <a:r>
              <a:rPr lang="en-GB" dirty="0" smtClean="0"/>
              <a:t> </a:t>
            </a:r>
            <a:r>
              <a:rPr lang="en-GB" dirty="0" err="1" smtClean="0"/>
              <a:t>aho</a:t>
            </a:r>
            <a:r>
              <a:rPr lang="en-GB" dirty="0" smtClean="0"/>
              <a:t> </a:t>
            </a:r>
            <a:r>
              <a:rPr lang="en-GB" dirty="0" err="1" smtClean="0"/>
              <a:t>yabashyize</a:t>
            </a:r>
            <a:r>
              <a:rPr lang="en-GB" dirty="0" smtClean="0"/>
              <a:t> </a:t>
            </a:r>
            <a:r>
              <a:rPr lang="en-GB" dirty="0" err="1" smtClean="0"/>
              <a:t>Mukritso</a:t>
            </a:r>
            <a:r>
              <a:rPr lang="en-GB" dirty="0" smtClean="0"/>
              <a:t> </a:t>
            </a:r>
            <a:r>
              <a:rPr lang="en-GB" dirty="0" err="1" smtClean="0"/>
              <a:t>ngo</a:t>
            </a:r>
            <a:r>
              <a:rPr lang="en-GB" dirty="0" smtClean="0"/>
              <a:t> </a:t>
            </a:r>
            <a:r>
              <a:rPr lang="en-GB" dirty="0" err="1" smtClean="0"/>
              <a:t>yaje</a:t>
            </a:r>
            <a:r>
              <a:rPr lang="en-GB" dirty="0" smtClean="0"/>
              <a:t> </a:t>
            </a:r>
            <a:r>
              <a:rPr lang="en-GB" dirty="0" err="1" smtClean="0"/>
              <a:t>kwisaka</a:t>
            </a:r>
            <a:r>
              <a:rPr lang="en-GB" dirty="0" smtClean="0"/>
              <a:t> </a:t>
            </a:r>
            <a:r>
              <a:rPr lang="en-GB" dirty="0" err="1" smtClean="0"/>
              <a:t>asanga</a:t>
            </a:r>
            <a:r>
              <a:rPr lang="en-GB" dirty="0" smtClean="0"/>
              <a:t> </a:t>
            </a:r>
            <a:r>
              <a:rPr lang="en-GB" dirty="0" err="1" smtClean="0"/>
              <a:t>afite</a:t>
            </a:r>
            <a:r>
              <a:rPr lang="en-GB" dirty="0" smtClean="0"/>
              <a:t> </a:t>
            </a:r>
            <a:r>
              <a:rPr lang="en-GB" dirty="0" err="1" smtClean="0"/>
              <a:t>urufunguzo</a:t>
            </a:r>
            <a:r>
              <a:rPr lang="en-GB" dirty="0" smtClean="0"/>
              <a:t> </a:t>
            </a:r>
            <a:r>
              <a:rPr lang="en-GB" dirty="0" err="1" smtClean="0"/>
              <a:t>rufungura</a:t>
            </a:r>
            <a:r>
              <a:rPr lang="en-GB" dirty="0" smtClean="0"/>
              <a:t> </a:t>
            </a:r>
            <a:r>
              <a:rPr lang="en-GB" dirty="0" err="1" smtClean="0"/>
              <a:t>icyo</a:t>
            </a:r>
            <a:r>
              <a:rPr lang="en-GB" dirty="0" smtClean="0"/>
              <a:t> </a:t>
            </a:r>
            <a:r>
              <a:rPr lang="en-GB" dirty="0" err="1" smtClean="0"/>
              <a:t>gihome</a:t>
            </a:r>
            <a:r>
              <a:rPr lang="en-GB" dirty="0" smtClean="0"/>
              <a:t> </a:t>
            </a:r>
            <a:r>
              <a:rPr lang="en-GB" dirty="0" err="1" smtClean="0"/>
              <a:t>yari</a:t>
            </a:r>
            <a:r>
              <a:rPr lang="en-GB" dirty="0" smtClean="0"/>
              <a:t> </a:t>
            </a:r>
            <a:r>
              <a:rPr lang="en-GB" dirty="0" err="1" smtClean="0"/>
              <a:t>yabafungiranyemo</a:t>
            </a:r>
            <a:endParaRPr lang="en-GB" dirty="0" smtClean="0"/>
          </a:p>
          <a:p>
            <a:endParaRPr lang="en-GB" dirty="0"/>
          </a:p>
          <a:p>
            <a:r>
              <a:rPr lang="en-GB" dirty="0" smtClean="0"/>
              <a:t>Bene data </a:t>
            </a:r>
            <a:r>
              <a:rPr lang="en-GB" dirty="0" err="1" smtClean="0"/>
              <a:t>Kwizera</a:t>
            </a:r>
            <a:r>
              <a:rPr lang="en-GB" dirty="0" smtClean="0"/>
              <a:t> </a:t>
            </a:r>
            <a:r>
              <a:rPr lang="en-GB" dirty="0" err="1" smtClean="0"/>
              <a:t>kwacu</a:t>
            </a:r>
            <a:r>
              <a:rPr lang="en-GB" dirty="0" smtClean="0"/>
              <a:t> </a:t>
            </a:r>
            <a:r>
              <a:rPr lang="en-GB" dirty="0" err="1" smtClean="0"/>
              <a:t>ntigukwiriye</a:t>
            </a:r>
            <a:r>
              <a:rPr lang="en-GB" dirty="0" smtClean="0"/>
              <a:t> </a:t>
            </a:r>
            <a:r>
              <a:rPr lang="en-GB" dirty="0" err="1" smtClean="0"/>
              <a:t>kuba</a:t>
            </a:r>
            <a:r>
              <a:rPr lang="en-GB" dirty="0" smtClean="0"/>
              <a:t> </a:t>
            </a:r>
            <a:r>
              <a:rPr lang="en-GB" dirty="0" err="1" smtClean="0"/>
              <a:t>gusa</a:t>
            </a:r>
            <a:r>
              <a:rPr lang="en-GB" dirty="0" smtClean="0"/>
              <a:t> mu </a:t>
            </a:r>
            <a:r>
              <a:rPr lang="en-GB" dirty="0" err="1" smtClean="0"/>
              <a:t>magambo</a:t>
            </a:r>
            <a:r>
              <a:rPr lang="en-GB" dirty="0" smtClean="0"/>
              <a:t>, mu </a:t>
            </a:r>
            <a:r>
              <a:rPr lang="en-GB" dirty="0" err="1" smtClean="0"/>
              <a:t>ndirimbo</a:t>
            </a:r>
            <a:r>
              <a:rPr lang="en-GB" dirty="0" smtClean="0"/>
              <a:t> </a:t>
            </a:r>
            <a:r>
              <a:rPr lang="en-GB" dirty="0" err="1" smtClean="0"/>
              <a:t>ahubwo</a:t>
            </a:r>
            <a:r>
              <a:rPr lang="en-GB" dirty="0" smtClean="0"/>
              <a:t> </a:t>
            </a:r>
            <a:r>
              <a:rPr lang="en-GB" dirty="0" err="1" smtClean="0"/>
              <a:t>gukwiriye</a:t>
            </a:r>
            <a:r>
              <a:rPr lang="en-GB" dirty="0" smtClean="0"/>
              <a:t> </a:t>
            </a:r>
            <a:r>
              <a:rPr lang="en-GB" dirty="0" err="1" smtClean="0"/>
              <a:t>kuba</a:t>
            </a:r>
            <a:r>
              <a:rPr lang="en-GB" dirty="0" smtClean="0"/>
              <a:t> mu </a:t>
            </a:r>
            <a:r>
              <a:rPr lang="en-GB" dirty="0" err="1" smtClean="0"/>
              <a:t>bikorwa</a:t>
            </a:r>
            <a:r>
              <a:rPr lang="en-GB" dirty="0" smtClean="0"/>
              <a:t>:</a:t>
            </a:r>
          </a:p>
          <a:p>
            <a:r>
              <a:rPr lang="en-GB" dirty="0" smtClean="0"/>
              <a:t>*</a:t>
            </a:r>
            <a:r>
              <a:rPr lang="en-GB" dirty="0" err="1" smtClean="0"/>
              <a:t>kukaturemere</a:t>
            </a:r>
            <a:r>
              <a:rPr lang="en-GB" dirty="0" smtClean="0"/>
              <a:t> </a:t>
            </a:r>
            <a:r>
              <a:rPr lang="en-GB" dirty="0" err="1" smtClean="0"/>
              <a:t>ubuhamya</a:t>
            </a:r>
            <a:r>
              <a:rPr lang="en-GB" dirty="0" smtClean="0"/>
              <a:t> </a:t>
            </a:r>
            <a:r>
              <a:rPr lang="en-GB" dirty="0" err="1" smtClean="0"/>
              <a:t>bushya</a:t>
            </a:r>
            <a:r>
              <a:rPr lang="en-GB" dirty="0" smtClean="0"/>
              <a:t> mu </a:t>
            </a:r>
            <a:r>
              <a:rPr lang="en-GB" dirty="0" err="1" smtClean="0"/>
              <a:t>bari</a:t>
            </a:r>
            <a:r>
              <a:rPr lang="en-GB" dirty="0" smtClean="0"/>
              <a:t> </a:t>
            </a:r>
            <a:r>
              <a:rPr lang="en-GB" dirty="0" err="1" smtClean="0"/>
              <a:t>basanzwe</a:t>
            </a:r>
            <a:r>
              <a:rPr lang="en-GB" dirty="0" smtClean="0"/>
              <a:t> </a:t>
            </a:r>
            <a:r>
              <a:rPr lang="en-GB" dirty="0" err="1" smtClean="0"/>
              <a:t>batuzi</a:t>
            </a:r>
            <a:endParaRPr lang="en-GB" dirty="0" smtClean="0"/>
          </a:p>
          <a:p>
            <a:r>
              <a:rPr lang="en-GB" dirty="0" smtClean="0"/>
              <a:t>*</a:t>
            </a:r>
            <a:r>
              <a:rPr lang="en-GB" dirty="0" err="1" smtClean="0"/>
              <a:t>kukaduhesha</a:t>
            </a:r>
            <a:r>
              <a:rPr lang="en-GB" dirty="0" smtClean="0"/>
              <a:t> </a:t>
            </a:r>
            <a:r>
              <a:rPr lang="en-GB" dirty="0" err="1" smtClean="0"/>
              <a:t>ubudahangarwa</a:t>
            </a:r>
            <a:r>
              <a:rPr lang="en-GB" dirty="0" smtClean="0"/>
              <a:t> </a:t>
            </a:r>
            <a:r>
              <a:rPr lang="en-GB" dirty="0" err="1" smtClean="0"/>
              <a:t>imbere</a:t>
            </a:r>
            <a:r>
              <a:rPr lang="en-GB" dirty="0" smtClean="0"/>
              <a:t> </a:t>
            </a:r>
            <a:r>
              <a:rPr lang="en-GB" dirty="0" err="1" smtClean="0"/>
              <a:t>y’abadayimoni</a:t>
            </a:r>
            <a:endParaRPr lang="en-GB" dirty="0" smtClean="0"/>
          </a:p>
          <a:p>
            <a:r>
              <a:rPr lang="en-GB" dirty="0" smtClean="0"/>
              <a:t>*</a:t>
            </a:r>
            <a:r>
              <a:rPr lang="en-GB" dirty="0" err="1" smtClean="0"/>
              <a:t>kukaduhesha</a:t>
            </a:r>
            <a:r>
              <a:rPr lang="en-GB" dirty="0" smtClean="0"/>
              <a:t> </a:t>
            </a:r>
            <a:r>
              <a:rPr lang="en-GB" dirty="0" err="1" smtClean="0"/>
              <a:t>ububasha</a:t>
            </a:r>
            <a:r>
              <a:rPr lang="en-GB" dirty="0" smtClean="0"/>
              <a:t> </a:t>
            </a:r>
            <a:r>
              <a:rPr lang="en-GB" dirty="0" err="1" smtClean="0"/>
              <a:t>bwo</a:t>
            </a:r>
            <a:r>
              <a:rPr lang="en-GB" dirty="0" smtClean="0"/>
              <a:t> </a:t>
            </a:r>
            <a:r>
              <a:rPr lang="en-GB" dirty="0" err="1" smtClean="0"/>
              <a:t>gutegeka</a:t>
            </a:r>
            <a:r>
              <a:rPr lang="en-GB" dirty="0" smtClean="0"/>
              <a:t> no </a:t>
            </a:r>
            <a:r>
              <a:rPr lang="en-GB" dirty="0" err="1" smtClean="0"/>
              <a:t>kurema</a:t>
            </a:r>
            <a:r>
              <a:rPr lang="en-GB" dirty="0" smtClean="0"/>
              <a:t> </a:t>
            </a:r>
            <a:r>
              <a:rPr lang="en-GB" dirty="0" err="1" smtClean="0"/>
              <a:t>ibitari</a:t>
            </a:r>
            <a:r>
              <a:rPr lang="en-GB" dirty="0" smtClean="0"/>
              <a:t> </a:t>
            </a:r>
            <a:r>
              <a:rPr lang="en-GB" dirty="0" err="1" smtClean="0"/>
              <a:t>biriho</a:t>
            </a:r>
            <a:r>
              <a:rPr lang="en-GB" dirty="0" smtClean="0"/>
              <a:t> </a:t>
            </a:r>
            <a:r>
              <a:rPr lang="en-GB" dirty="0" err="1" smtClean="0"/>
              <a:t>bikabaho</a:t>
            </a:r>
            <a:r>
              <a:rPr lang="en-GB" dirty="0" smtClean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7926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Conclusion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22401"/>
            <a:ext cx="8596668" cy="4618962"/>
          </a:xfrm>
        </p:spPr>
        <p:txBody>
          <a:bodyPr>
            <a:normAutofit lnSpcReduction="10000"/>
          </a:bodyPr>
          <a:lstStyle/>
          <a:p>
            <a:r>
              <a:rPr lang="en-GB" dirty="0" smtClean="0"/>
              <a:t>Ese </a:t>
            </a:r>
            <a:r>
              <a:rPr lang="en-GB" dirty="0" err="1" smtClean="0"/>
              <a:t>njye</a:t>
            </a:r>
            <a:r>
              <a:rPr lang="en-GB" dirty="0" smtClean="0"/>
              <a:t> </a:t>
            </a:r>
            <a:r>
              <a:rPr lang="en-GB" dirty="0" err="1" smtClean="0"/>
              <a:t>nawe</a:t>
            </a:r>
            <a:r>
              <a:rPr lang="en-GB" dirty="0" smtClean="0"/>
              <a:t> </a:t>
            </a:r>
            <a:r>
              <a:rPr lang="en-GB" dirty="0" err="1" smtClean="0"/>
              <a:t>uku</a:t>
            </a:r>
            <a:r>
              <a:rPr lang="en-GB" dirty="0" smtClean="0"/>
              <a:t> </a:t>
            </a:r>
            <a:r>
              <a:rPr lang="en-GB" dirty="0" err="1" smtClean="0"/>
              <a:t>kwizera</a:t>
            </a:r>
            <a:r>
              <a:rPr lang="en-GB" dirty="0" smtClean="0"/>
              <a:t> </a:t>
            </a:r>
            <a:r>
              <a:rPr lang="en-GB" dirty="0" err="1" smtClean="0"/>
              <a:t>turagufite</a:t>
            </a:r>
            <a:r>
              <a:rPr lang="en-GB" dirty="0" smtClean="0"/>
              <a:t> ?</a:t>
            </a:r>
          </a:p>
          <a:p>
            <a:r>
              <a:rPr lang="en-GB" dirty="0" smtClean="0"/>
              <a:t>* ese </a:t>
            </a:r>
            <a:r>
              <a:rPr lang="en-GB" dirty="0" err="1" smtClean="0"/>
              <a:t>aho</a:t>
            </a:r>
            <a:r>
              <a:rPr lang="en-GB" dirty="0" smtClean="0"/>
              <a:t> </a:t>
            </a:r>
            <a:r>
              <a:rPr lang="en-GB" dirty="0" err="1" smtClean="0"/>
              <a:t>ntiduterwa</a:t>
            </a:r>
            <a:r>
              <a:rPr lang="en-GB" dirty="0" smtClean="0"/>
              <a:t> </a:t>
            </a:r>
            <a:r>
              <a:rPr lang="en-GB" dirty="0" err="1" smtClean="0"/>
              <a:t>ubwoba</a:t>
            </a:r>
            <a:r>
              <a:rPr lang="en-GB" dirty="0" smtClean="0"/>
              <a:t> </a:t>
            </a:r>
            <a:r>
              <a:rPr lang="en-GB" dirty="0" err="1" smtClean="0"/>
              <a:t>nibije</a:t>
            </a:r>
            <a:r>
              <a:rPr lang="en-GB" dirty="0" smtClean="0"/>
              <a:t> </a:t>
            </a:r>
            <a:r>
              <a:rPr lang="en-GB" dirty="0" err="1" smtClean="0"/>
              <a:t>bidusumiriye</a:t>
            </a:r>
            <a:r>
              <a:rPr lang="en-GB" dirty="0" smtClean="0"/>
              <a:t> </a:t>
            </a:r>
            <a:r>
              <a:rPr lang="en-GB" dirty="0" err="1" smtClean="0"/>
              <a:t>tukibagirwako</a:t>
            </a:r>
            <a:r>
              <a:rPr lang="en-GB" dirty="0" smtClean="0"/>
              <a:t> </a:t>
            </a:r>
            <a:r>
              <a:rPr lang="en-GB" dirty="0" err="1" smtClean="0"/>
              <a:t>muri</a:t>
            </a:r>
            <a:r>
              <a:rPr lang="en-GB" dirty="0" smtClean="0"/>
              <a:t> </a:t>
            </a:r>
            <a:r>
              <a:rPr lang="en-GB" dirty="0" err="1" smtClean="0"/>
              <a:t>Kristo</a:t>
            </a:r>
            <a:r>
              <a:rPr lang="en-GB" dirty="0" smtClean="0"/>
              <a:t> </a:t>
            </a:r>
            <a:r>
              <a:rPr lang="en-GB" dirty="0" err="1" smtClean="0"/>
              <a:t>dufite</a:t>
            </a:r>
            <a:r>
              <a:rPr lang="en-GB" dirty="0" smtClean="0"/>
              <a:t> </a:t>
            </a:r>
            <a:r>
              <a:rPr lang="en-GB" dirty="0" err="1" smtClean="0"/>
              <a:t>ubudahangarwa</a:t>
            </a:r>
            <a:r>
              <a:rPr lang="en-GB" dirty="0" smtClean="0"/>
              <a:t>, ( </a:t>
            </a:r>
            <a:r>
              <a:rPr lang="en-GB" dirty="0" err="1" smtClean="0"/>
              <a:t>urugero</a:t>
            </a:r>
            <a:r>
              <a:rPr lang="en-GB" dirty="0" smtClean="0"/>
              <a:t> : </a:t>
            </a:r>
            <a:r>
              <a:rPr lang="en-GB" dirty="0" err="1" smtClean="0"/>
              <a:t>abakristo</a:t>
            </a:r>
            <a:r>
              <a:rPr lang="en-GB" dirty="0" smtClean="0"/>
              <a:t> </a:t>
            </a:r>
            <a:r>
              <a:rPr lang="en-GB" dirty="0" err="1" smtClean="0"/>
              <a:t>usanga</a:t>
            </a:r>
            <a:r>
              <a:rPr lang="en-GB" dirty="0" smtClean="0"/>
              <a:t> </a:t>
            </a:r>
            <a:r>
              <a:rPr lang="en-GB" dirty="0" err="1" smtClean="0"/>
              <a:t>batinya</a:t>
            </a:r>
            <a:r>
              <a:rPr lang="en-GB" dirty="0" smtClean="0"/>
              <a:t> </a:t>
            </a:r>
            <a:r>
              <a:rPr lang="en-GB" dirty="0" err="1" smtClean="0"/>
              <a:t>cyane</a:t>
            </a:r>
            <a:r>
              <a:rPr lang="en-GB" dirty="0" smtClean="0"/>
              <a:t> </a:t>
            </a:r>
            <a:r>
              <a:rPr lang="en-GB" dirty="0" err="1" smtClean="0"/>
              <a:t>abadayimoni</a:t>
            </a:r>
            <a:r>
              <a:rPr lang="en-GB" dirty="0" smtClean="0"/>
              <a:t> </a:t>
            </a:r>
            <a:r>
              <a:rPr lang="en-GB" dirty="0" err="1" smtClean="0"/>
              <a:t>aho</a:t>
            </a:r>
            <a:r>
              <a:rPr lang="en-GB" dirty="0" smtClean="0"/>
              <a:t> </a:t>
            </a:r>
            <a:r>
              <a:rPr lang="en-GB" dirty="0" err="1" smtClean="0"/>
              <a:t>umuntu</a:t>
            </a:r>
            <a:r>
              <a:rPr lang="en-GB" dirty="0" smtClean="0"/>
              <a:t> </a:t>
            </a:r>
            <a:r>
              <a:rPr lang="en-GB" dirty="0" err="1" smtClean="0"/>
              <a:t>agera</a:t>
            </a:r>
            <a:r>
              <a:rPr lang="en-GB" dirty="0" smtClean="0"/>
              <a:t> </a:t>
            </a:r>
            <a:r>
              <a:rPr lang="en-GB" dirty="0" err="1" smtClean="0"/>
              <a:t>aho</a:t>
            </a:r>
            <a:r>
              <a:rPr lang="en-GB" dirty="0" smtClean="0"/>
              <a:t> </a:t>
            </a:r>
            <a:r>
              <a:rPr lang="en-GB" dirty="0" err="1" smtClean="0"/>
              <a:t>ababona</a:t>
            </a:r>
            <a:r>
              <a:rPr lang="en-GB" dirty="0" smtClean="0"/>
              <a:t> mu </a:t>
            </a:r>
            <a:r>
              <a:rPr lang="en-GB" dirty="0" err="1" smtClean="0"/>
              <a:t>kintu</a:t>
            </a:r>
            <a:r>
              <a:rPr lang="en-GB" dirty="0" smtClean="0"/>
              <a:t> </a:t>
            </a:r>
            <a:r>
              <a:rPr lang="en-GB" dirty="0" err="1" smtClean="0"/>
              <a:t>cyose</a:t>
            </a:r>
            <a:r>
              <a:rPr lang="en-GB" dirty="0" smtClean="0"/>
              <a:t> </a:t>
            </a:r>
            <a:r>
              <a:rPr lang="en-GB" dirty="0" err="1" smtClean="0"/>
              <a:t>gitambutse</a:t>
            </a:r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‘</a:t>
            </a:r>
            <a:r>
              <a:rPr lang="en-GB" dirty="0" err="1" smtClean="0"/>
              <a:t>inyoni</a:t>
            </a:r>
            <a:r>
              <a:rPr lang="en-GB" dirty="0" smtClean="0"/>
              <a:t>, </a:t>
            </a:r>
            <a:r>
              <a:rPr lang="en-GB" dirty="0" err="1" smtClean="0"/>
              <a:t>imbeba</a:t>
            </a:r>
            <a:r>
              <a:rPr lang="en-GB" dirty="0" smtClean="0"/>
              <a:t>, </a:t>
            </a:r>
            <a:r>
              <a:rPr lang="en-GB" dirty="0" err="1" smtClean="0"/>
              <a:t>ipusi</a:t>
            </a:r>
            <a:r>
              <a:rPr lang="en-GB" dirty="0" smtClean="0"/>
              <a:t> </a:t>
            </a:r>
            <a:r>
              <a:rPr lang="en-GB" dirty="0" err="1" smtClean="0"/>
              <a:t>nibindi</a:t>
            </a:r>
            <a:r>
              <a:rPr lang="en-GB" dirty="0" smtClean="0"/>
              <a:t>)</a:t>
            </a:r>
            <a:r>
              <a:rPr lang="en-GB" dirty="0" err="1" smtClean="0"/>
              <a:t>nubwo</a:t>
            </a:r>
            <a:r>
              <a:rPr lang="en-GB" dirty="0" smtClean="0"/>
              <a:t> </a:t>
            </a:r>
            <a:r>
              <a:rPr lang="en-GB" dirty="0" err="1" smtClean="0"/>
              <a:t>satani</a:t>
            </a:r>
            <a:r>
              <a:rPr lang="en-GB" dirty="0" smtClean="0"/>
              <a:t> </a:t>
            </a:r>
            <a:r>
              <a:rPr lang="en-GB" dirty="0" err="1" smtClean="0"/>
              <a:t>yaza</a:t>
            </a:r>
            <a:r>
              <a:rPr lang="en-GB" dirty="0" smtClean="0"/>
              <a:t> </a:t>
            </a:r>
            <a:r>
              <a:rPr lang="en-GB" dirty="0" err="1" smtClean="0"/>
              <a:t>yiyoberanyije</a:t>
            </a:r>
            <a:r>
              <a:rPr lang="en-GB" dirty="0" smtClean="0"/>
              <a:t> </a:t>
            </a:r>
            <a:r>
              <a:rPr lang="en-GB" dirty="0" err="1" smtClean="0"/>
              <a:t>muri</a:t>
            </a:r>
            <a:r>
              <a:rPr lang="en-GB" dirty="0" smtClean="0"/>
              <a:t> </a:t>
            </a:r>
            <a:r>
              <a:rPr lang="en-GB" dirty="0" err="1" smtClean="0"/>
              <a:t>ibyo</a:t>
            </a:r>
            <a:r>
              <a:rPr lang="en-GB" dirty="0" smtClean="0"/>
              <a:t> </a:t>
            </a:r>
            <a:r>
              <a:rPr lang="en-GB" dirty="0" err="1" smtClean="0"/>
              <a:t>byose</a:t>
            </a:r>
            <a:r>
              <a:rPr lang="en-GB" dirty="0" smtClean="0"/>
              <a:t> </a:t>
            </a:r>
            <a:r>
              <a:rPr lang="en-GB" dirty="0" err="1" smtClean="0"/>
              <a:t>ntidukwiriye</a:t>
            </a:r>
            <a:r>
              <a:rPr lang="en-GB" dirty="0" smtClean="0"/>
              <a:t> </a:t>
            </a:r>
            <a:r>
              <a:rPr lang="en-GB" dirty="0" err="1" smtClean="0"/>
              <a:t>guterwa</a:t>
            </a:r>
            <a:r>
              <a:rPr lang="en-GB" dirty="0" smtClean="0"/>
              <a:t> </a:t>
            </a:r>
            <a:r>
              <a:rPr lang="en-GB" dirty="0" err="1" smtClean="0"/>
              <a:t>ubwoba</a:t>
            </a:r>
            <a:r>
              <a:rPr lang="en-GB" dirty="0" smtClean="0"/>
              <a:t> </a:t>
            </a:r>
            <a:r>
              <a:rPr lang="en-GB" dirty="0" err="1" smtClean="0"/>
              <a:t>nabyo</a:t>
            </a:r>
            <a:r>
              <a:rPr lang="en-GB" dirty="0" smtClean="0"/>
              <a:t> </a:t>
            </a:r>
            <a:r>
              <a:rPr lang="en-GB" dirty="0" err="1" smtClean="0"/>
              <a:t>kuko</a:t>
            </a:r>
            <a:r>
              <a:rPr lang="en-GB" dirty="0" smtClean="0"/>
              <a:t> </a:t>
            </a:r>
            <a:r>
              <a:rPr lang="en-GB" dirty="0" err="1" smtClean="0"/>
              <a:t>dufite</a:t>
            </a:r>
            <a:r>
              <a:rPr lang="en-GB" dirty="0" smtClean="0"/>
              <a:t> </a:t>
            </a:r>
            <a:r>
              <a:rPr lang="en-GB" dirty="0" err="1" smtClean="0"/>
              <a:t>ubudahangarwa</a:t>
            </a:r>
            <a:endParaRPr lang="en-GB" dirty="0" smtClean="0"/>
          </a:p>
          <a:p>
            <a:pPr marL="0" indent="0">
              <a:buNone/>
            </a:pPr>
            <a:r>
              <a:rPr lang="en-GB" dirty="0"/>
              <a:t> </a:t>
            </a:r>
            <a:r>
              <a:rPr lang="en-GB" dirty="0" smtClean="0"/>
              <a:t>* Ese </a:t>
            </a:r>
            <a:r>
              <a:rPr lang="en-GB" dirty="0" err="1" smtClean="0"/>
              <a:t>aho</a:t>
            </a:r>
            <a:r>
              <a:rPr lang="en-GB" dirty="0" smtClean="0"/>
              <a:t> </a:t>
            </a:r>
            <a:r>
              <a:rPr lang="en-GB" dirty="0" err="1" smtClean="0"/>
              <a:t>aho</a:t>
            </a:r>
            <a:r>
              <a:rPr lang="en-GB" dirty="0" smtClean="0"/>
              <a:t> </a:t>
            </a:r>
            <a:r>
              <a:rPr lang="en-GB" dirty="0" err="1" smtClean="0"/>
              <a:t>kwizera</a:t>
            </a:r>
            <a:r>
              <a:rPr lang="en-GB" dirty="0" smtClean="0"/>
              <a:t> </a:t>
            </a:r>
            <a:r>
              <a:rPr lang="en-GB" dirty="0" err="1" smtClean="0"/>
              <a:t>kwacu</a:t>
            </a:r>
            <a:r>
              <a:rPr lang="en-GB" dirty="0" smtClean="0"/>
              <a:t> </a:t>
            </a:r>
            <a:r>
              <a:rPr lang="en-GB" dirty="0" err="1" smtClean="0"/>
              <a:t>kuduhesha</a:t>
            </a:r>
            <a:r>
              <a:rPr lang="en-GB" dirty="0" smtClean="0"/>
              <a:t> </a:t>
            </a:r>
            <a:r>
              <a:rPr lang="en-GB" dirty="0" err="1" smtClean="0"/>
              <a:t>ububasha</a:t>
            </a:r>
            <a:r>
              <a:rPr lang="en-GB" dirty="0" smtClean="0"/>
              <a:t>: </a:t>
            </a:r>
            <a:r>
              <a:rPr lang="en-GB" dirty="0" err="1" smtClean="0"/>
              <a:t>Yesu</a:t>
            </a:r>
            <a:r>
              <a:rPr lang="en-GB" dirty="0" smtClean="0"/>
              <a:t> </a:t>
            </a:r>
            <a:r>
              <a:rPr lang="en-GB" dirty="0" err="1" smtClean="0"/>
              <a:t>ati</a:t>
            </a:r>
            <a:r>
              <a:rPr lang="en-GB" dirty="0" smtClean="0"/>
              <a:t> </a:t>
            </a:r>
            <a:r>
              <a:rPr lang="en-GB" dirty="0" err="1" smtClean="0"/>
              <a:t>mwagira</a:t>
            </a:r>
            <a:r>
              <a:rPr lang="en-GB" dirty="0" smtClean="0"/>
              <a:t> </a:t>
            </a:r>
            <a:r>
              <a:rPr lang="en-GB" dirty="0" err="1" smtClean="0"/>
              <a:t>kwizera</a:t>
            </a:r>
            <a:r>
              <a:rPr lang="en-GB" dirty="0" smtClean="0"/>
              <a:t> </a:t>
            </a:r>
            <a:r>
              <a:rPr lang="en-GB" dirty="0" err="1" smtClean="0"/>
              <a:t>kungana</a:t>
            </a:r>
            <a:r>
              <a:rPr lang="en-GB" dirty="0" smtClean="0"/>
              <a:t> </a:t>
            </a:r>
            <a:r>
              <a:rPr lang="en-GB" dirty="0" err="1" smtClean="0"/>
              <a:t>na</a:t>
            </a:r>
            <a:r>
              <a:rPr lang="en-GB" dirty="0" smtClean="0"/>
              <a:t> </a:t>
            </a:r>
            <a:r>
              <a:rPr lang="en-GB" dirty="0" err="1" smtClean="0"/>
              <a:t>akabuto</a:t>
            </a:r>
            <a:r>
              <a:rPr lang="en-GB" dirty="0" smtClean="0"/>
              <a:t> </a:t>
            </a:r>
            <a:r>
              <a:rPr lang="en-GB" dirty="0" err="1" smtClean="0"/>
              <a:t>ka</a:t>
            </a:r>
            <a:r>
              <a:rPr lang="en-GB" dirty="0" smtClean="0"/>
              <a:t> </a:t>
            </a:r>
            <a:r>
              <a:rPr lang="en-GB" dirty="0" err="1" smtClean="0"/>
              <a:t>Sinapi</a:t>
            </a:r>
            <a:r>
              <a:rPr lang="en-GB" dirty="0" smtClean="0"/>
              <a:t> </a:t>
            </a:r>
            <a:r>
              <a:rPr lang="en-GB" dirty="0" err="1" smtClean="0"/>
              <a:t>mwabwira</a:t>
            </a:r>
            <a:r>
              <a:rPr lang="en-GB" dirty="0" smtClean="0"/>
              <a:t> </a:t>
            </a:r>
            <a:r>
              <a:rPr lang="en-GB" dirty="0" err="1" smtClean="0"/>
              <a:t>umusozi</a:t>
            </a:r>
            <a:r>
              <a:rPr lang="en-GB" dirty="0" smtClean="0"/>
              <a:t> </a:t>
            </a:r>
            <a:r>
              <a:rPr lang="en-GB" dirty="0" err="1" smtClean="0"/>
              <a:t>muti</a:t>
            </a:r>
            <a:r>
              <a:rPr lang="en-GB" dirty="0" smtClean="0"/>
              <a:t> </a:t>
            </a:r>
            <a:r>
              <a:rPr lang="en-GB" dirty="0" err="1" smtClean="0"/>
              <a:t>va</a:t>
            </a:r>
            <a:r>
              <a:rPr lang="en-GB" dirty="0" smtClean="0"/>
              <a:t> </a:t>
            </a:r>
            <a:r>
              <a:rPr lang="en-GB" dirty="0" err="1" smtClean="0"/>
              <a:t>hano</a:t>
            </a:r>
            <a:r>
              <a:rPr lang="en-GB" dirty="0" smtClean="0"/>
              <a:t> </a:t>
            </a:r>
            <a:r>
              <a:rPr lang="en-GB" dirty="0" err="1" smtClean="0"/>
              <a:t>ujye</a:t>
            </a:r>
            <a:r>
              <a:rPr lang="en-GB" dirty="0" smtClean="0"/>
              <a:t> </a:t>
            </a:r>
            <a:r>
              <a:rPr lang="en-GB" dirty="0" err="1" smtClean="0"/>
              <a:t>hariya</a:t>
            </a:r>
            <a:r>
              <a:rPr lang="en-GB" dirty="0" smtClean="0"/>
              <a:t> </a:t>
            </a:r>
            <a:r>
              <a:rPr lang="en-GB" dirty="0" err="1" smtClean="0"/>
              <a:t>bishatse</a:t>
            </a:r>
            <a:r>
              <a:rPr lang="en-GB" dirty="0" smtClean="0"/>
              <a:t> </a:t>
            </a:r>
            <a:r>
              <a:rPr lang="en-GB" dirty="0" err="1" smtClean="0"/>
              <a:t>kuvuga</a:t>
            </a:r>
            <a:r>
              <a:rPr lang="en-GB" dirty="0" smtClean="0"/>
              <a:t> </a:t>
            </a:r>
            <a:r>
              <a:rPr lang="en-GB" dirty="0" err="1" smtClean="0"/>
              <a:t>ko</a:t>
            </a:r>
            <a:r>
              <a:rPr lang="en-GB" dirty="0" smtClean="0"/>
              <a:t> </a:t>
            </a:r>
            <a:r>
              <a:rPr lang="en-GB" dirty="0" err="1" smtClean="0"/>
              <a:t>dufite</a:t>
            </a:r>
            <a:r>
              <a:rPr lang="en-GB" dirty="0" smtClean="0"/>
              <a:t> </a:t>
            </a:r>
            <a:r>
              <a:rPr lang="en-GB" dirty="0" err="1" smtClean="0"/>
              <a:t>ububasha</a:t>
            </a:r>
            <a:r>
              <a:rPr lang="en-GB" dirty="0" smtClean="0"/>
              <a:t> </a:t>
            </a:r>
            <a:r>
              <a:rPr lang="en-GB" dirty="0" err="1" smtClean="0"/>
              <a:t>bwo</a:t>
            </a:r>
            <a:r>
              <a:rPr lang="en-GB" dirty="0" smtClean="0"/>
              <a:t> </a:t>
            </a:r>
            <a:r>
              <a:rPr lang="en-GB" dirty="0" err="1" smtClean="0"/>
              <a:t>kugira</a:t>
            </a:r>
            <a:r>
              <a:rPr lang="en-GB" dirty="0" smtClean="0"/>
              <a:t> </a:t>
            </a:r>
            <a:r>
              <a:rPr lang="en-GB" dirty="0" err="1" smtClean="0"/>
              <a:t>ibyo</a:t>
            </a:r>
            <a:r>
              <a:rPr lang="en-GB" dirty="0" smtClean="0"/>
              <a:t> </a:t>
            </a:r>
            <a:r>
              <a:rPr lang="en-GB" dirty="0" err="1" smtClean="0"/>
              <a:t>dutegeka</a:t>
            </a:r>
            <a:r>
              <a:rPr lang="en-GB" dirty="0" smtClean="0"/>
              <a:t> </a:t>
            </a:r>
            <a:r>
              <a:rPr lang="en-GB" dirty="0" err="1" smtClean="0"/>
              <a:t>bitagenda</a:t>
            </a:r>
            <a:r>
              <a:rPr lang="en-GB" dirty="0" smtClean="0"/>
              <a:t> </a:t>
            </a:r>
            <a:r>
              <a:rPr lang="en-GB" dirty="0" err="1" smtClean="0"/>
              <a:t>neza</a:t>
            </a:r>
            <a:r>
              <a:rPr lang="en-GB" dirty="0" smtClean="0"/>
              <a:t> mu </a:t>
            </a:r>
            <a:r>
              <a:rPr lang="en-GB" dirty="0" err="1" smtClean="0"/>
              <a:t>buzima</a:t>
            </a:r>
            <a:r>
              <a:rPr lang="en-GB" dirty="0" smtClean="0"/>
              <a:t> </a:t>
            </a:r>
            <a:r>
              <a:rPr lang="en-GB" dirty="0" err="1" smtClean="0"/>
              <a:t>bwacu</a:t>
            </a:r>
            <a:r>
              <a:rPr lang="en-GB" dirty="0" smtClean="0"/>
              <a:t> </a:t>
            </a:r>
            <a:r>
              <a:rPr lang="en-GB" dirty="0" err="1" smtClean="0"/>
              <a:t>hakaba</a:t>
            </a:r>
            <a:r>
              <a:rPr lang="en-GB" dirty="0" smtClean="0"/>
              <a:t> </a:t>
            </a:r>
            <a:r>
              <a:rPr lang="en-GB" dirty="0" err="1" smtClean="0"/>
              <a:t>impinduka</a:t>
            </a:r>
            <a:endParaRPr lang="en-GB" dirty="0" smtClean="0"/>
          </a:p>
          <a:p>
            <a:pPr marL="0" indent="0">
              <a:buNone/>
            </a:pPr>
            <a:r>
              <a:rPr lang="en-GB" dirty="0" err="1" smtClean="0"/>
              <a:t>Ijambo</a:t>
            </a:r>
            <a:r>
              <a:rPr lang="en-GB" dirty="0" smtClean="0"/>
              <a:t> </a:t>
            </a:r>
            <a:r>
              <a:rPr lang="en-GB" dirty="0" err="1" smtClean="0"/>
              <a:t>ry’Imana</a:t>
            </a:r>
            <a:r>
              <a:rPr lang="en-GB" dirty="0" smtClean="0"/>
              <a:t> </a:t>
            </a:r>
            <a:r>
              <a:rPr lang="en-GB" dirty="0" err="1" smtClean="0"/>
              <a:t>ritubwira</a:t>
            </a:r>
            <a:r>
              <a:rPr lang="en-GB" dirty="0" smtClean="0"/>
              <a:t> </a:t>
            </a:r>
            <a:r>
              <a:rPr lang="en-GB" dirty="0" err="1" smtClean="0"/>
              <a:t>ko</a:t>
            </a:r>
            <a:r>
              <a:rPr lang="en-GB" dirty="0" smtClean="0"/>
              <a:t> </a:t>
            </a:r>
            <a:r>
              <a:rPr lang="en-GB" dirty="0" err="1" smtClean="0"/>
              <a:t>utizera</a:t>
            </a:r>
            <a:r>
              <a:rPr lang="en-GB" dirty="0" smtClean="0"/>
              <a:t> </a:t>
            </a:r>
            <a:r>
              <a:rPr lang="en-GB" dirty="0" err="1" smtClean="0"/>
              <a:t>atabasha</a:t>
            </a:r>
            <a:r>
              <a:rPr lang="en-GB" dirty="0" smtClean="0"/>
              <a:t> </a:t>
            </a:r>
            <a:r>
              <a:rPr lang="en-GB" dirty="0" err="1" smtClean="0"/>
              <a:t>kunezeza</a:t>
            </a:r>
            <a:r>
              <a:rPr lang="en-GB" dirty="0" smtClean="0"/>
              <a:t> </a:t>
            </a:r>
            <a:r>
              <a:rPr lang="en-GB" dirty="0" err="1" smtClean="0"/>
              <a:t>Imana</a:t>
            </a:r>
            <a:endParaRPr lang="en-GB" dirty="0" smtClean="0"/>
          </a:p>
          <a:p>
            <a:pPr marL="0" indent="0">
              <a:buNone/>
            </a:pPr>
            <a:r>
              <a:rPr lang="en-GB" dirty="0" err="1" smtClean="0"/>
              <a:t>Niba</a:t>
            </a:r>
            <a:r>
              <a:rPr lang="en-GB" dirty="0" smtClean="0"/>
              <a:t> </a:t>
            </a:r>
            <a:r>
              <a:rPr lang="en-GB" dirty="0" err="1" smtClean="0"/>
              <a:t>hari</a:t>
            </a:r>
            <a:r>
              <a:rPr lang="en-GB" dirty="0" smtClean="0"/>
              <a:t> </a:t>
            </a:r>
            <a:r>
              <a:rPr lang="en-GB" dirty="0" err="1" smtClean="0"/>
              <a:t>aho</a:t>
            </a:r>
            <a:r>
              <a:rPr lang="en-GB" dirty="0" smtClean="0"/>
              <a:t> </a:t>
            </a:r>
            <a:r>
              <a:rPr lang="en-GB" dirty="0" err="1" smtClean="0"/>
              <a:t>tudashyitse</a:t>
            </a:r>
            <a:r>
              <a:rPr lang="en-GB" dirty="0" smtClean="0"/>
              <a:t> </a:t>
            </a:r>
            <a:r>
              <a:rPr lang="en-GB" dirty="0" err="1" smtClean="0"/>
              <a:t>ni</a:t>
            </a:r>
            <a:r>
              <a:rPr lang="en-GB" dirty="0" smtClean="0"/>
              <a:t> </a:t>
            </a:r>
            <a:r>
              <a:rPr lang="en-GB" dirty="0" err="1" smtClean="0"/>
              <a:t>umwanya</a:t>
            </a:r>
            <a:r>
              <a:rPr lang="en-GB" dirty="0" smtClean="0"/>
              <a:t> </a:t>
            </a:r>
            <a:r>
              <a:rPr lang="en-GB" dirty="0" err="1" smtClean="0"/>
              <a:t>wacu</a:t>
            </a:r>
            <a:r>
              <a:rPr lang="en-GB" dirty="0" smtClean="0"/>
              <a:t> wo </a:t>
            </a:r>
            <a:r>
              <a:rPr lang="en-GB" dirty="0" err="1" smtClean="0"/>
              <a:t>gusenga</a:t>
            </a:r>
            <a:r>
              <a:rPr lang="en-GB" dirty="0" smtClean="0"/>
              <a:t> </a:t>
            </a:r>
            <a:r>
              <a:rPr lang="en-GB" dirty="0" err="1" smtClean="0"/>
              <a:t>ngo</a:t>
            </a:r>
            <a:r>
              <a:rPr lang="en-GB" dirty="0" smtClean="0"/>
              <a:t> </a:t>
            </a:r>
            <a:r>
              <a:rPr lang="en-GB" dirty="0" err="1" smtClean="0"/>
              <a:t>Umwuka</a:t>
            </a:r>
            <a:r>
              <a:rPr lang="en-GB" dirty="0" smtClean="0"/>
              <a:t> </a:t>
            </a:r>
            <a:r>
              <a:rPr lang="en-GB" dirty="0" err="1" smtClean="0"/>
              <a:t>wera</a:t>
            </a:r>
            <a:r>
              <a:rPr lang="en-GB" dirty="0" smtClean="0"/>
              <a:t> </a:t>
            </a:r>
            <a:r>
              <a:rPr lang="en-GB" dirty="0" err="1" smtClean="0"/>
              <a:t>w’Imana</a:t>
            </a:r>
            <a:r>
              <a:rPr lang="en-GB" dirty="0" smtClean="0"/>
              <a:t> </a:t>
            </a:r>
            <a:r>
              <a:rPr lang="en-GB" dirty="0" err="1" smtClean="0"/>
              <a:t>aduhe</a:t>
            </a:r>
            <a:r>
              <a:rPr lang="en-GB" dirty="0" smtClean="0"/>
              <a:t> </a:t>
            </a:r>
            <a:r>
              <a:rPr lang="en-GB" dirty="0" err="1" smtClean="0"/>
              <a:t>kwizera</a:t>
            </a:r>
            <a:r>
              <a:rPr lang="en-GB" dirty="0" smtClean="0"/>
              <a:t> </a:t>
            </a:r>
            <a:r>
              <a:rPr lang="en-GB" dirty="0" err="1" smtClean="0"/>
              <a:t>gushyitse</a:t>
            </a:r>
            <a:r>
              <a:rPr lang="en-GB" dirty="0" smtClean="0"/>
              <a:t> </a:t>
            </a:r>
            <a:r>
              <a:rPr lang="en-GB" dirty="0" err="1" smtClean="0"/>
              <a:t>kugira</a:t>
            </a:r>
            <a:r>
              <a:rPr lang="en-GB" dirty="0" smtClean="0"/>
              <a:t> </a:t>
            </a:r>
            <a:r>
              <a:rPr lang="en-GB" dirty="0" err="1" smtClean="0"/>
              <a:t>obyo</a:t>
            </a:r>
            <a:r>
              <a:rPr lang="en-GB" dirty="0" smtClean="0"/>
              <a:t> </a:t>
            </a:r>
            <a:r>
              <a:rPr lang="en-GB" dirty="0" err="1" smtClean="0"/>
              <a:t>kurema</a:t>
            </a:r>
            <a:r>
              <a:rPr lang="en-GB" dirty="0" smtClean="0"/>
              <a:t> </a:t>
            </a:r>
            <a:r>
              <a:rPr lang="en-GB" dirty="0" err="1" smtClean="0"/>
              <a:t>muri</a:t>
            </a:r>
            <a:r>
              <a:rPr lang="en-GB" dirty="0" smtClean="0"/>
              <a:t> </a:t>
            </a:r>
            <a:r>
              <a:rPr lang="en-GB" dirty="0" err="1" smtClean="0"/>
              <a:t>twe</a:t>
            </a:r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AMEN 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521254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119</TotalTime>
  <Words>698</Words>
  <Application>Microsoft Office PowerPoint</Application>
  <PresentationFormat>Widescreen</PresentationFormat>
  <Paragraphs>51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Times New Roman</vt:lpstr>
      <vt:lpstr>Trebuchet MS</vt:lpstr>
      <vt:lpstr>Wingdings 3</vt:lpstr>
      <vt:lpstr>Facet</vt:lpstr>
      <vt:lpstr>Kwizera Nyako k’ umukristo  kurarema </vt:lpstr>
      <vt:lpstr>Ese kwizera ni iki?</vt:lpstr>
      <vt:lpstr>Zimwe mu ngero z’abagize kwizera guhambaye</vt:lpstr>
      <vt:lpstr>Impinduka k’umuntu ufite kwizera nyako</vt:lpstr>
      <vt:lpstr>Kwizera kurema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Kwizera kurema</dc:title>
  <dc:creator>HP</dc:creator>
  <cp:lastModifiedBy>HP</cp:lastModifiedBy>
  <cp:revision>13</cp:revision>
  <dcterms:created xsi:type="dcterms:W3CDTF">2026-03-13T18:29:01Z</dcterms:created>
  <dcterms:modified xsi:type="dcterms:W3CDTF">2026-03-13T20:28:31Z</dcterms:modified>
</cp:coreProperties>
</file>