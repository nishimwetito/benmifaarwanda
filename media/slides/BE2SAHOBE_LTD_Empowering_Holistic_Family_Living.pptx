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70989"/>
            <a:ext cx="51435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BE2SAHOBE LTD:</a:t>
            </a: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Empowering Holistic</a:t>
            </a: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33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Family Living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965466"/>
            <a:ext cx="5143500" cy="64003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Communities Through an</a:t>
            </a: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Digital Ecosystem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3962688"/>
            <a:ext cx="5143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Manus AI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Vision for Holistic Living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13318"/>
            <a:ext cx="8001000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13318"/>
            <a:ext cx="80010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899093"/>
            <a:ext cx="7429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"To build healthy, empowered, spiritually grounded, and economically stable families that transform communities and nations."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00188" y="2984943"/>
            <a:ext cx="57150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3156393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3727893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healthy, empowered, and economically stable families.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86250" y="2984943"/>
            <a:ext cx="57150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3156393"/>
            <a:ext cx="2857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57563" y="3727893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Catalyze community transformation through integrated digital solutions.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072313" y="2984943"/>
            <a:ext cx="57150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63" y="3156393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3625" y="3727893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spiritual grounding and sustainable living practices.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Addressing Fragmented Family Support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727643"/>
            <a:ext cx="1914525" cy="28575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CURRENT STATE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386654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14438" y="2551016"/>
            <a:ext cx="31432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Siloed Solutions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214438" y="2868913"/>
            <a:ext cx="3143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programs address only single issues (e.g., just health or just finance) in isolation.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656512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1575" y="3820874"/>
            <a:ext cx="318611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Disconnected Support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171575" y="4138771"/>
            <a:ext cx="3186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coordination between spiritual, economic, and educational resources.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786313" y="1727643"/>
            <a:ext cx="2711053" cy="28575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RESULTING CHALLENGES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386654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07819" y="2551016"/>
            <a:ext cx="31646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Unstable Homes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407819" y="2868913"/>
            <a:ext cx="31646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Interconnected crises in health and finance lead to family breakdown and mental stress.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214938" y="3820874"/>
            <a:ext cx="33575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 Stagnation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214938" y="4138771"/>
            <a:ext cx="33575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support fails to create long-term, sustainable community transformation.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BE2SAHOBE Integrated Solution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0443"/>
            <a:ext cx="8001000" cy="9629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70443"/>
            <a:ext cx="8001000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656206"/>
            <a:ext cx="74295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digital ecosystem that treats the family as a complete system, integrating learning, support, and economic empowerment across five foundational pillars.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0" y="2804899"/>
            <a:ext cx="151447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33" y="3069217"/>
            <a:ext cx="289322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3519274"/>
            <a:ext cx="1500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BODY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1500" y="3794308"/>
            <a:ext cx="1500188" cy="32001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Health, Nutrition &amp; Wellness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182416" y="2804899"/>
            <a:ext cx="151447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494" y="3069217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85988" y="3519274"/>
            <a:ext cx="1500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185988" y="3794308"/>
            <a:ext cx="1500188" cy="32001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&amp; Skills Development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800475" y="2804899"/>
            <a:ext cx="151447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3069217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07619" y="3519274"/>
            <a:ext cx="1500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SPIRIT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3807619" y="3794308"/>
            <a:ext cx="1500188" cy="32001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 &amp; Professional Counseling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5425678" y="2804899"/>
            <a:ext cx="151447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3069217"/>
            <a:ext cx="257175" cy="2571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36394" y="3519274"/>
            <a:ext cx="1500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ECONOMY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36394" y="3794308"/>
            <a:ext cx="1500188" cy="480027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Empowerment &amp; Savings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7058025" y="2804899"/>
            <a:ext cx="151447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3819" y="3069217"/>
            <a:ext cx="257175" cy="25717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72313" y="3519274"/>
            <a:ext cx="1500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7072313" y="3794308"/>
            <a:ext cx="1500188" cy="32001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Living &amp; Stewardship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Pillar 1: Body — Health &amp; Wellness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Cultivating Vibrant Lives Through Education and Practice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949100"/>
            <a:ext cx="42862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INITIATIVES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1500" y="2349847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86" y="2457004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2438447"/>
            <a:ext cx="332541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 education and healthy food preparation skills.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1500" y="3048512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155668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1563" y="3047088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 healthcare awareness and hygiene (WASH) practices.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3747148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86" y="3854304"/>
            <a:ext cx="12501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563" y="3835747"/>
            <a:ext cx="346471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fitness education and family wellness programs.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286375" y="1791937"/>
            <a:ext cx="3286125" cy="31325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5286375" y="1791937"/>
            <a:ext cx="3286125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1"/>
          <p:cNvSpPr/>
          <p:nvPr/>
        </p:nvSpPr>
        <p:spPr>
          <a:xfrm>
            <a:off x="5500688" y="2163412"/>
            <a:ext cx="2857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500688" y="2524172"/>
            <a:ext cx="690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5655450" y="2652759"/>
            <a:ext cx="270273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reduction in lifestyle-related diseases.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500688" y="3309984"/>
            <a:ext cx="690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655450" y="3438572"/>
            <a:ext cx="270273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child and maternal health outcomes.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5500688" y="4095797"/>
            <a:ext cx="690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655450" y="4224384"/>
            <a:ext cx="270273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family productivity and quality of life.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Pillar 2: Mind — Education &amp; Skills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Unlocking Potential Through Knowledge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1677637"/>
            <a:ext cx="2476509" cy="20730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77637"/>
            <a:ext cx="2476509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785813" y="1820512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09" y="1934812"/>
            <a:ext cx="250031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2420587"/>
            <a:ext cx="204788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Literacy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813" y="2756343"/>
            <a:ext cx="204788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skills for navigating the modern digital landscape and diverse online learning opportunities.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33759" y="1677637"/>
            <a:ext cx="2476509" cy="20730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333759" y="1677637"/>
            <a:ext cx="2476509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3548072" y="1820512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372" y="1934812"/>
            <a:ext cx="200025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8072" y="2420587"/>
            <a:ext cx="204788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Career Guidance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8072" y="2756343"/>
            <a:ext cx="204788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advice and resources for career planning, professional development, and lifelong learning.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96019" y="1677637"/>
            <a:ext cx="2476509" cy="20730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096019" y="1677637"/>
            <a:ext cx="2476509" cy="428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4"/>
          <p:cNvSpPr/>
          <p:nvPr/>
        </p:nvSpPr>
        <p:spPr>
          <a:xfrm>
            <a:off x="6310331" y="1820512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34" y="1934812"/>
            <a:ext cx="150019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0331" y="2420587"/>
            <a:ext cx="204788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Entrepreneurship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10331" y="2756343"/>
            <a:ext cx="204788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Nurturing innovative thinking and practical business development skills for youth and aspiring owners.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71500" y="3907827"/>
            <a:ext cx="8001000" cy="82153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209650"/>
            <a:ext cx="117414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GOAL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245705" y="4193577"/>
            <a:ext cx="604104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employability, youth empowerment, and higher community productivity.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Pillar 3: Spirit — Values &amp; Counseling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Nurturing Inner Strength and Ethical Foundations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1763362"/>
            <a:ext cx="2552691" cy="1920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63362"/>
            <a:ext cx="255269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1597800" y="1934812"/>
            <a:ext cx="500063" cy="50006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06" y="2070543"/>
            <a:ext cx="1714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375" y="2592037"/>
            <a:ext cx="22669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Values-Based Mentorship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14375" y="2909934"/>
            <a:ext cx="22669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Christian-based guidance for marriage, parenting, and youth to build strong moral foundations.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95641" y="1763362"/>
            <a:ext cx="2552691" cy="19208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295641" y="1763362"/>
            <a:ext cx="255269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4321941" y="1934812"/>
            <a:ext cx="500063" cy="50006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385" y="2070543"/>
            <a:ext cx="25717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38516" y="2592037"/>
            <a:ext cx="22669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Counseling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438516" y="2909934"/>
            <a:ext cx="22669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support for emotional healing, trauma recovery, and resolving family conflicts.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19781" y="1763362"/>
            <a:ext cx="2552691" cy="191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019781" y="1763362"/>
            <a:ext cx="255269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4"/>
          <p:cNvSpPr/>
          <p:nvPr/>
        </p:nvSpPr>
        <p:spPr>
          <a:xfrm>
            <a:off x="7046082" y="1934812"/>
            <a:ext cx="500063" cy="500063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238" y="2070543"/>
            <a:ext cx="2857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62656" y="2592037"/>
            <a:ext cx="22669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Ethical Leadership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62656" y="2909934"/>
            <a:ext cx="22669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Instilling integrity and responsibility in family and community leaders.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71500" y="3912850"/>
            <a:ext cx="8001000" cy="58935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18"/>
          <p:cNvSpPr/>
          <p:nvPr/>
        </p:nvSpPr>
        <p:spPr>
          <a:xfrm>
            <a:off x="2288679" y="4155737"/>
            <a:ext cx="456664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 </a:t>
            </a:r>
            <a:r>
              <a:rPr lang="en-US" sz="11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family bonds</a:t>
            </a:r>
            <a:r>
              <a:rPr lang="en-US" sz="11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and </a:t>
            </a:r>
            <a:r>
              <a:rPr lang="en-US" sz="11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value-driven communities</a:t>
            </a:r>
            <a:r>
              <a:rPr lang="en-US" sz="11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669852" cy="21252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1669852" cy="212527"/>
          </a:xfrm>
          <a:prstGeom prst="rect">
            <a:avLst/>
          </a:prstGeom>
          <a:noFill/>
          <a:ln/>
        </p:spPr>
        <p:txBody>
          <a:bodyPr wrap="square" lIns="136017" tIns="68072" rIns="136017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PILLAR 4: ECONOMY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500" y="1211507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Empowerment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911595"/>
            <a:ext cx="2666991" cy="2614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911595"/>
            <a:ext cx="2666991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219734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98" y="2325932"/>
            <a:ext cx="225028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813" y="2825995"/>
            <a:ext cx="22383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IKIGEGA Model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85813" y="3161751"/>
            <a:ext cx="22383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savings programs and budgeting education to foster long-term financial discipline.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38491" y="1911595"/>
            <a:ext cx="2666991" cy="2614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238491" y="1911595"/>
            <a:ext cx="2666991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0"/>
          <p:cNvSpPr/>
          <p:nvPr/>
        </p:nvSpPr>
        <p:spPr>
          <a:xfrm>
            <a:off x="3452803" y="219734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91" y="2325932"/>
            <a:ext cx="200025" cy="2000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2803" y="2825995"/>
            <a:ext cx="22383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Growth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52803" y="3161751"/>
            <a:ext cx="22383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business development support and career consulting to build sustainable income streams.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05481" y="1911595"/>
            <a:ext cx="2666991" cy="2614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905481" y="1911595"/>
            <a:ext cx="2666991" cy="428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5"/>
          <p:cNvSpPr/>
          <p:nvPr/>
        </p:nvSpPr>
        <p:spPr>
          <a:xfrm>
            <a:off x="6119794" y="219734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880" y="2325932"/>
            <a:ext cx="225028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19794" y="2825995"/>
            <a:ext cx="223836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 Access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19794" y="3161751"/>
            <a:ext cx="223836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local entrepreneurs and cooperatives to a wider marketplace for economic empowerment.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71500" y="3971925"/>
            <a:ext cx="8001000" cy="7429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19"/>
          <p:cNvSpPr/>
          <p:nvPr/>
        </p:nvSpPr>
        <p:spPr>
          <a:xfrm>
            <a:off x="857250" y="4342507"/>
            <a:ext cx="44827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519833" y="4342507"/>
            <a:ext cx="51274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poverty, increased financial discipline, and local economic growth.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Pillar 5: Environment — Sustainable Living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9018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Promoting Responsible Stewardship of Our Planet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949100"/>
            <a:ext cx="42862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INITIATIVES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1500" y="2349847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457004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2438447"/>
            <a:ext cx="317539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gardening and sustainable farming education.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1500" y="2958489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065645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1563" y="3047088"/>
            <a:ext cx="309503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management and water harvesting systems.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3567131"/>
            <a:ext cx="357188" cy="357188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674287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563" y="3655730"/>
            <a:ext cx="325219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Renewable energy awareness and eco-friendly living.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286375" y="1791937"/>
            <a:ext cx="3286125" cy="3114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0"/>
          <p:cNvSpPr/>
          <p:nvPr/>
        </p:nvSpPr>
        <p:spPr>
          <a:xfrm>
            <a:off x="5286375" y="1791937"/>
            <a:ext cx="3286125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1"/>
          <p:cNvSpPr/>
          <p:nvPr/>
        </p:nvSpPr>
        <p:spPr>
          <a:xfrm>
            <a:off x="5500688" y="2163412"/>
            <a:ext cx="2857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500688" y="2524172"/>
            <a:ext cx="690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5655450" y="2652759"/>
            <a:ext cx="270273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food security and nutritional access.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500688" y="3309984"/>
            <a:ext cx="69038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655450" y="3438572"/>
            <a:ext cx="24395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community climate resilience.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5500688" y="3902915"/>
            <a:ext cx="690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●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5655450" y="4031503"/>
            <a:ext cx="270273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Cleaner, healthier, and more sustainable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Platform Components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13318"/>
            <a:ext cx="3714750" cy="14529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13318"/>
            <a:ext cx="3714750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3"/>
          <p:cNvSpPr/>
          <p:nvPr/>
        </p:nvSpPr>
        <p:spPr>
          <a:xfrm>
            <a:off x="742950" y="1584768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699068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3025" y="1756218"/>
            <a:ext cx="27717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Learning Center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343025" y="2049112"/>
            <a:ext cx="27717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video courses, live webinars, and technical guides for skill development.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457700" y="1413318"/>
            <a:ext cx="3714750" cy="14529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457700" y="1413318"/>
            <a:ext cx="37147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8"/>
          <p:cNvSpPr/>
          <p:nvPr/>
        </p:nvSpPr>
        <p:spPr>
          <a:xfrm>
            <a:off x="4629150" y="1584768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8" y="1699068"/>
            <a:ext cx="20002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9225" y="1756218"/>
            <a:ext cx="27717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Support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229225" y="2049112"/>
            <a:ext cx="27717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access to professional counseling, business consulting, and career mentorship.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1500" y="3009165"/>
            <a:ext cx="3714750" cy="14529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009165"/>
            <a:ext cx="37147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3"/>
          <p:cNvSpPr/>
          <p:nvPr/>
        </p:nvSpPr>
        <p:spPr>
          <a:xfrm>
            <a:off x="742950" y="318061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3294915"/>
            <a:ext cx="257175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3025" y="3352065"/>
            <a:ext cx="27717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Tracking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343025" y="3644959"/>
            <a:ext cx="27717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savings system using the IKIGEGA model with goal monitoring and discipline tools.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457700" y="3009165"/>
            <a:ext cx="3714750" cy="14529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457700" y="3009165"/>
            <a:ext cx="3714750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18"/>
          <p:cNvSpPr/>
          <p:nvPr/>
        </p:nvSpPr>
        <p:spPr>
          <a:xfrm>
            <a:off x="4629150" y="318061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3" y="3294915"/>
            <a:ext cx="257175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29225" y="3352065"/>
            <a:ext cx="27717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229225" y="3644959"/>
            <a:ext cx="27717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vibrant hub for healthy products, agricultural produce, and services from local entrepreneurs.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Innovation &amp; Strategic Uniqueness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56193"/>
            <a:ext cx="8001000" cy="20573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56193"/>
            <a:ext cx="2000250" cy="55006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556193"/>
            <a:ext cx="2000250" cy="550069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71750" y="1556193"/>
            <a:ext cx="2800350" cy="55006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2571750" y="1556193"/>
            <a:ext cx="2800350" cy="550069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64748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APPROACHES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72100" y="1556193"/>
            <a:ext cx="3200400" cy="55006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5372100" y="1556193"/>
            <a:ext cx="28575" cy="55006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372100" y="1556193"/>
            <a:ext cx="3200400" cy="550069"/>
          </a:xfrm>
          <a:prstGeom prst="rect">
            <a:avLst/>
          </a:prstGeom>
          <a:noFill/>
          <a:ln/>
        </p:spPr>
        <p:txBody>
          <a:bodyPr wrap="square" lIns="255143" tIns="102108" rIns="255143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spc="1" kern="0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BE2SAHOBE MODEL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" y="1916953"/>
            <a:ext cx="2000250" cy="29788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207698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1916953"/>
            <a:ext cx="2000250" cy="297889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Delivery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1750" y="1916953"/>
            <a:ext cx="2800350" cy="297889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Fragmented, siloed services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00700" y="1984818"/>
            <a:ext cx="21359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Integrated, synergistic ecosystem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" y="2214842"/>
            <a:ext cx="2000250" cy="30146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509158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2214842"/>
            <a:ext cx="20002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Approach to Learning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71750" y="2214842"/>
            <a:ext cx="28003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Theory-based, often passive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00700" y="2286279"/>
            <a:ext cx="1962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Action-oriented transformation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1500" y="2516302"/>
            <a:ext cx="2000250" cy="30146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2810619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" y="2516302"/>
            <a:ext cx="20002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Intervention Horizon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71750" y="2516302"/>
            <a:ext cx="28003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Short-term, project-based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00700" y="2587740"/>
            <a:ext cx="1705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 lifestyle change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1500" y="2817763"/>
            <a:ext cx="2000250" cy="30146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3112080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2817763"/>
            <a:ext cx="20002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571750" y="2817763"/>
            <a:ext cx="28003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offline, limited reach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00700" y="2889200"/>
            <a:ext cx="14358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digital access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71500" y="3119224"/>
            <a:ext cx="2000250" cy="30146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571500" y="3413540"/>
            <a:ext cx="2000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" y="3119224"/>
            <a:ext cx="20002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of Support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571750" y="3119224"/>
            <a:ext cx="2800350" cy="301461"/>
          </a:xfrm>
          <a:prstGeom prst="rect">
            <a:avLst/>
          </a:prstGeom>
          <a:noFill/>
          <a:ln/>
        </p:spPr>
        <p:txBody>
          <a:bodyPr wrap="square" lIns="255143" tIns="68072" rIns="255143" bIns="68072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Single-dimension focus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00700" y="3190661"/>
            <a:ext cx="15662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holistic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771900" y="1138758"/>
            <a:ext cx="4800600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BE2SAHOBE is a movement to restore </a:t>
            </a: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families and communities. </a:t>
            </a:r>
            <a:r>
              <a:rPr lang="en-US" sz="16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investing in families holistically, we invest in the future of society itself.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057650" y="2704579"/>
            <a:ext cx="311288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Healthier Families.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4057650" y="3261792"/>
            <a:ext cx="388441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Communities.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057650" y="3819004"/>
            <a:ext cx="344150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Sustainable Futures.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2026-05-07T08:25:25Z</dcterms:created>
  <dcterms:modified xsi:type="dcterms:W3CDTF">2026-05-07T08:25:25Z</dcterms:modified>
</cp:coreProperties>
</file>